
<file path=[Content_Types].xml><?xml version="1.0" encoding="utf-8"?>
<Types xmlns="http://schemas.openxmlformats.org/package/2006/content-types">
  <Default Extension="jpeg" ContentType="image/jpeg"/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05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 showGuides="1">
      <p:cViewPr varScale="1">
        <p:scale>
          <a:sx n="111" d="100"/>
          <a:sy n="111" d="100"/>
        </p:scale>
        <p:origin x="534" y="96"/>
      </p:cViewPr>
      <p:guideLst>
        <p:guide orient="horz" pos="2205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4">
  <dgm:title val=""/>
  <dgm:desc val=""/>
  <dgm:catLst>
    <dgm:cat type="accent3" pri="11400"/>
  </dgm:catLst>
  <dgm:styleLbl name="node0">
    <dgm:fillClrLst meth="cycle">
      <a:schemeClr val="accent3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3">
        <a:shade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3">
        <a:shade val="50000"/>
      </a:schemeClr>
      <a:schemeClr val="accent3">
        <a:tint val="55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/>
    <dgm:txEffectClrLst/>
  </dgm:styleLbl>
  <dgm:styleLbl name="lnNode1">
    <dgm:fillClrLst meth="cycle">
      <a:schemeClr val="accent3">
        <a:shade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3">
        <a:shade val="80000"/>
        <a:alpha val="50000"/>
      </a:schemeClr>
      <a:schemeClr val="accent3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3">
        <a:shade val="90000"/>
      </a:schemeClr>
      <a:schemeClr val="accent3">
        <a:tint val="50000"/>
      </a:schemeClr>
    </dgm:fillClrLst>
    <dgm:linClrLst meth="cycle"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3">
        <a:shade val="90000"/>
      </a:schemeClr>
      <a:schemeClr val="accent3">
        <a:tint val="50000"/>
      </a:schemeClr>
    </dgm:fillClrLst>
    <dgm:linClrLst meth="cycle"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3">
        <a:shade val="90000"/>
      </a:schemeClr>
      <a:schemeClr val="accent3">
        <a:tint val="50000"/>
      </a:schemeClr>
    </dgm:fillClrLst>
    <dgm:linClrLst meth="cycle"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3">
        <a:shade val="90000"/>
      </a:schemeClr>
      <a:schemeClr val="accent3">
        <a:tint val="50000"/>
      </a:schemeClr>
    </dgm:fillClrLst>
    <dgm:linClrLst meth="cycle">
      <a:schemeClr val="accent3">
        <a:shade val="90000"/>
      </a:schemeClr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55000"/>
      </a:schemeClr>
    </dgm:fillClrLst>
    <dgm:linClrLst meth="repeat">
      <a:schemeClr val="accent3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55000"/>
      </a:schemeClr>
    </dgm:fillClrLst>
    <dgm:linClrLst meth="repeat">
      <a:schemeClr val="accent3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55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3_5">
  <dgm:title val=""/>
  <dgm:desc val=""/>
  <dgm:catLst>
    <dgm:cat type="accent3" pri="11500"/>
  </dgm:catLst>
  <dgm:styleLbl name="node0">
    <dgm:fillClrLst meth="cycle">
      <a:schemeClr val="accent3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>
        <a:alpha val="9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>
        <a:alpha val="90000"/>
      </a:schemeClr>
      <a:schemeClr val="accent3">
        <a:alpha val="5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/>
    <dgm:txEffectClrLst/>
  </dgm:styleLbl>
  <dgm:styleLbl name="lnNode1">
    <dgm:fillClrLst>
      <a:schemeClr val="accent3">
        <a:shade val="90000"/>
      </a:schemeClr>
      <a:schemeClr val="accent3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shade val="80000"/>
        <a:alpha val="50000"/>
      </a:schemeClr>
      <a:schemeClr val="accent3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3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  <a:alpha val="90000"/>
      </a:schemeClr>
      <a:schemeClr val="accent3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fgSibTrans2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bgSibTrans2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sibTrans1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3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alpha val="90000"/>
        <a:tint val="40000"/>
      </a:schemeClr>
      <a:schemeClr val="accent3">
        <a:alpha val="5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3_3">
  <dgm:title val=""/>
  <dgm:desc val=""/>
  <dgm:catLst>
    <dgm:cat type="accent3" pri="11300"/>
  </dgm:catLst>
  <dgm:styleLbl name="node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>
        <a:shade val="80000"/>
      </a:schemeClr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>
        <a:shade val="80000"/>
      </a:schemeClr>
      <a:schemeClr val="accent3">
        <a:tint val="7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/>
    <dgm:txEffectClrLst/>
  </dgm:styleLbl>
  <dgm:styleLbl name="lnNode1">
    <dgm:fillClrLst>
      <a:schemeClr val="accent3">
        <a:shade val="80000"/>
      </a:schemeClr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shade val="80000"/>
        <a:alpha val="50000"/>
      </a:schemeClr>
      <a:schemeClr val="accent3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/>
    <dgm:txEffectClrLst/>
  </dgm:styleLbl>
  <dgm:styleLbl name="fg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3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9000"/>
      </a:schemeClr>
    </dgm:fillClrLst>
    <dgm:linClrLst meth="repeat">
      <a:schemeClr val="accent3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>
        <a:tint val="80000"/>
      </a:schemeClr>
    </dgm:fillClrLst>
    <dgm:linClrLst meth="repeat">
      <a:schemeClr val="accent3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3_5">
  <dgm:title val=""/>
  <dgm:desc val=""/>
  <dgm:catLst>
    <dgm:cat type="accent3" pri="11500"/>
  </dgm:catLst>
  <dgm:styleLbl name="node0">
    <dgm:fillClrLst meth="cycle">
      <a:schemeClr val="accent3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>
        <a:alpha val="9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>
        <a:alpha val="90000"/>
      </a:schemeClr>
      <a:schemeClr val="accent3">
        <a:alpha val="5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/>
    <dgm:txEffectClrLst/>
  </dgm:styleLbl>
  <dgm:styleLbl name="lnNode1">
    <dgm:fillClrLst>
      <a:schemeClr val="accent3">
        <a:shade val="90000"/>
      </a:schemeClr>
      <a:schemeClr val="accent3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shade val="80000"/>
        <a:alpha val="50000"/>
      </a:schemeClr>
      <a:schemeClr val="accent3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3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  <a:alpha val="90000"/>
      </a:schemeClr>
      <a:schemeClr val="accent3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fgSibTrans2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bgSibTrans2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sibTrans1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3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alpha val="90000"/>
        <a:tint val="40000"/>
      </a:schemeClr>
      <a:schemeClr val="accent3">
        <a:alpha val="5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3_4">
  <dgm:title val=""/>
  <dgm:desc val=""/>
  <dgm:catLst>
    <dgm:cat type="accent3" pri="11400"/>
  </dgm:catLst>
  <dgm:styleLbl name="node0">
    <dgm:fillClrLst meth="cycle">
      <a:schemeClr val="accent3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3">
        <a:shade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3">
        <a:shade val="50000"/>
      </a:schemeClr>
      <a:schemeClr val="accent3">
        <a:tint val="55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/>
    <dgm:txEffectClrLst/>
  </dgm:styleLbl>
  <dgm:styleLbl name="lnNode1">
    <dgm:fillClrLst meth="cycle">
      <a:schemeClr val="accent3">
        <a:shade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3">
        <a:shade val="80000"/>
        <a:alpha val="50000"/>
      </a:schemeClr>
      <a:schemeClr val="accent3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3">
        <a:shade val="90000"/>
      </a:schemeClr>
      <a:schemeClr val="accent3">
        <a:tint val="50000"/>
      </a:schemeClr>
    </dgm:fillClrLst>
    <dgm:linClrLst meth="cycle"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3">
        <a:shade val="90000"/>
      </a:schemeClr>
      <a:schemeClr val="accent3">
        <a:tint val="50000"/>
      </a:schemeClr>
    </dgm:fillClrLst>
    <dgm:linClrLst meth="cycle"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3">
        <a:shade val="90000"/>
      </a:schemeClr>
      <a:schemeClr val="accent3">
        <a:tint val="50000"/>
      </a:schemeClr>
    </dgm:fillClrLst>
    <dgm:linClrLst meth="cycle"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3">
        <a:shade val="90000"/>
      </a:schemeClr>
      <a:schemeClr val="accent3">
        <a:tint val="50000"/>
      </a:schemeClr>
    </dgm:fillClrLst>
    <dgm:linClrLst meth="cycle">
      <a:schemeClr val="accent3">
        <a:shade val="90000"/>
      </a:schemeClr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55000"/>
      </a:schemeClr>
    </dgm:fillClrLst>
    <dgm:linClrLst meth="repeat">
      <a:schemeClr val="accent3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55000"/>
      </a:schemeClr>
    </dgm:fillClrLst>
    <dgm:linClrLst meth="repeat">
      <a:schemeClr val="accent3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55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C1A3DB7-2F25-458C-B865-9BE3B80A15AB}" type="doc">
      <dgm:prSet loTypeId="urn:microsoft.com/office/officeart/2005/8/layout/cycle8" loCatId="cycle" qsTypeId="urn:microsoft.com/office/officeart/2005/8/quickstyle/simple1" qsCatId="simple" csTypeId="urn:microsoft.com/office/officeart/2005/8/colors/accent3_4" csCatId="accent3" phldr="1"/>
      <dgm:spPr/>
    </dgm:pt>
    <dgm:pt modelId="{46908333-00B3-41EB-B00B-D564825CB71D}">
      <dgm:prSet phldrT="[Текст]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ru-RU" sz="2400" b="1" i="0" dirty="0"/>
            <a:t>Вдохновение:</a:t>
          </a:r>
          <a:r>
            <a:rPr lang="ru-RU" sz="2400" b="0" i="0" dirty="0"/>
            <a:t> Галерея, эскизы, лента.</a:t>
          </a:r>
          <a:endParaRPr lang="ru-RU" sz="2400" dirty="0"/>
        </a:p>
      </dgm:t>
    </dgm:pt>
    <dgm:pt modelId="{FD4BE78D-6810-433E-ACB7-A94003868A6A}" type="parTrans" cxnId="{DD28C933-0495-434B-80AF-D1B0B3191E69}">
      <dgm:prSet/>
      <dgm:spPr/>
      <dgm:t>
        <a:bodyPr/>
        <a:lstStyle/>
        <a:p>
          <a:endParaRPr lang="ru-RU"/>
        </a:p>
      </dgm:t>
    </dgm:pt>
    <dgm:pt modelId="{43A287FF-2540-4A5A-A095-16AAD9814F5F}" type="sibTrans" cxnId="{DD28C933-0495-434B-80AF-D1B0B3191E69}">
      <dgm:prSet/>
      <dgm:spPr/>
      <dgm:t>
        <a:bodyPr/>
        <a:lstStyle/>
        <a:p>
          <a:endParaRPr lang="ru-RU"/>
        </a:p>
      </dgm:t>
    </dgm:pt>
    <dgm:pt modelId="{691CCB9D-5A45-428F-8290-5033FA5A614D}">
      <dgm:prSet phldrT="[Текст]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ru-RU" sz="2400" b="1" i="0" dirty="0"/>
            <a:t>Поиск:</a:t>
          </a:r>
          <a:r>
            <a:rPr lang="ru-RU" sz="2400" b="0" i="0" dirty="0"/>
            <a:t> Умный поиск, карта, фильтры.</a:t>
          </a:r>
          <a:endParaRPr lang="ru-RU" sz="2400" dirty="0"/>
        </a:p>
      </dgm:t>
    </dgm:pt>
    <dgm:pt modelId="{227BFF7F-1CD6-4B39-8DD6-BFE2E18B78E7}" type="parTrans" cxnId="{E36DB211-A904-4516-8DC2-158F51D3C871}">
      <dgm:prSet/>
      <dgm:spPr/>
      <dgm:t>
        <a:bodyPr/>
        <a:lstStyle/>
        <a:p>
          <a:endParaRPr lang="ru-RU"/>
        </a:p>
      </dgm:t>
    </dgm:pt>
    <dgm:pt modelId="{41B1EC53-FC6B-4DAD-92EE-BAAE01D65A0D}" type="sibTrans" cxnId="{E36DB211-A904-4516-8DC2-158F51D3C871}">
      <dgm:prSet/>
      <dgm:spPr/>
      <dgm:t>
        <a:bodyPr/>
        <a:lstStyle/>
        <a:p>
          <a:endParaRPr lang="ru-RU"/>
        </a:p>
      </dgm:t>
    </dgm:pt>
    <dgm:pt modelId="{67149DB4-0A67-416F-897B-637C681DDBF6}">
      <dgm:prSet phldrT="[Текст]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ru-RU" sz="2400" b="1" i="0" dirty="0"/>
            <a:t>Реализация:</a:t>
          </a:r>
          <a:r>
            <a:rPr lang="ru-RU" sz="2400" b="0" i="0" dirty="0"/>
            <a:t> Мастера, запись, сообщество.</a:t>
          </a:r>
          <a:endParaRPr lang="ru-RU" sz="2400" dirty="0"/>
        </a:p>
      </dgm:t>
    </dgm:pt>
    <dgm:pt modelId="{0A999BA4-7350-42B7-A047-FDAF9823AC26}" type="parTrans" cxnId="{B468BD2F-06F5-4544-8CB0-C5CD349E73FB}">
      <dgm:prSet/>
      <dgm:spPr/>
      <dgm:t>
        <a:bodyPr/>
        <a:lstStyle/>
        <a:p>
          <a:endParaRPr lang="ru-RU"/>
        </a:p>
      </dgm:t>
    </dgm:pt>
    <dgm:pt modelId="{51A72CB4-16E8-47B6-A3B0-90E7263CC963}" type="sibTrans" cxnId="{B468BD2F-06F5-4544-8CB0-C5CD349E73FB}">
      <dgm:prSet/>
      <dgm:spPr/>
      <dgm:t>
        <a:bodyPr/>
        <a:lstStyle/>
        <a:p>
          <a:endParaRPr lang="ru-RU"/>
        </a:p>
      </dgm:t>
    </dgm:pt>
    <dgm:pt modelId="{C99FEDB6-414C-4D0C-A4CF-578AC6324DB8}" type="pres">
      <dgm:prSet presAssocID="{6C1A3DB7-2F25-458C-B865-9BE3B80A15AB}" presName="compositeShape" presStyleCnt="0">
        <dgm:presLayoutVars>
          <dgm:chMax val="7"/>
          <dgm:dir/>
          <dgm:resizeHandles val="exact"/>
        </dgm:presLayoutVars>
      </dgm:prSet>
      <dgm:spPr/>
    </dgm:pt>
    <dgm:pt modelId="{6A8A153D-8E2F-4D37-9776-AE917E0C53B6}" type="pres">
      <dgm:prSet presAssocID="{6C1A3DB7-2F25-458C-B865-9BE3B80A15AB}" presName="wedge1" presStyleLbl="node1" presStyleIdx="0" presStyleCnt="3"/>
      <dgm:spPr/>
    </dgm:pt>
    <dgm:pt modelId="{85921AB7-0B55-4A0B-97A8-5C5CA2288686}" type="pres">
      <dgm:prSet presAssocID="{6C1A3DB7-2F25-458C-B865-9BE3B80A15AB}" presName="dummy1a" presStyleCnt="0"/>
      <dgm:spPr/>
    </dgm:pt>
    <dgm:pt modelId="{6E12DC77-D972-42A8-A5CD-3B4ADE0AEB83}" type="pres">
      <dgm:prSet presAssocID="{6C1A3DB7-2F25-458C-B865-9BE3B80A15AB}" presName="dummy1b" presStyleCnt="0"/>
      <dgm:spPr/>
    </dgm:pt>
    <dgm:pt modelId="{E49EA4BB-167F-4EAE-9287-12F629E2CB60}" type="pres">
      <dgm:prSet presAssocID="{6C1A3DB7-2F25-458C-B865-9BE3B80A15AB}" presName="wedge1Tx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055C692A-919C-4555-829D-71C92595D58F}" type="pres">
      <dgm:prSet presAssocID="{6C1A3DB7-2F25-458C-B865-9BE3B80A15AB}" presName="wedge2" presStyleLbl="node1" presStyleIdx="1" presStyleCnt="3"/>
      <dgm:spPr/>
    </dgm:pt>
    <dgm:pt modelId="{1EBF60D0-29DB-406E-BFC3-D963AA18A6ED}" type="pres">
      <dgm:prSet presAssocID="{6C1A3DB7-2F25-458C-B865-9BE3B80A15AB}" presName="dummy2a" presStyleCnt="0"/>
      <dgm:spPr/>
    </dgm:pt>
    <dgm:pt modelId="{885AE77E-DCBE-4B9C-A71A-68FDCC828FF9}" type="pres">
      <dgm:prSet presAssocID="{6C1A3DB7-2F25-458C-B865-9BE3B80A15AB}" presName="dummy2b" presStyleCnt="0"/>
      <dgm:spPr/>
    </dgm:pt>
    <dgm:pt modelId="{4B8D0A53-D3D8-4597-BCB0-B5F39BD62E2E}" type="pres">
      <dgm:prSet presAssocID="{6C1A3DB7-2F25-458C-B865-9BE3B80A15AB}" presName="wedge2Tx" presStyleLbl="node1" presStyleIdx="1" presStyleCnt="3">
        <dgm:presLayoutVars>
          <dgm:chMax val="0"/>
          <dgm:chPref val="0"/>
          <dgm:bulletEnabled val="1"/>
        </dgm:presLayoutVars>
      </dgm:prSet>
      <dgm:spPr/>
    </dgm:pt>
    <dgm:pt modelId="{BDC7A16D-901B-4C3C-92C1-C6BF360AB429}" type="pres">
      <dgm:prSet presAssocID="{6C1A3DB7-2F25-458C-B865-9BE3B80A15AB}" presName="wedge3" presStyleLbl="node1" presStyleIdx="2" presStyleCnt="3"/>
      <dgm:spPr/>
    </dgm:pt>
    <dgm:pt modelId="{BA779012-29A9-4AE5-9B1E-1360B721356B}" type="pres">
      <dgm:prSet presAssocID="{6C1A3DB7-2F25-458C-B865-9BE3B80A15AB}" presName="dummy3a" presStyleCnt="0"/>
      <dgm:spPr/>
    </dgm:pt>
    <dgm:pt modelId="{CE2C57A4-A074-47B2-A2C6-7B35F6181E90}" type="pres">
      <dgm:prSet presAssocID="{6C1A3DB7-2F25-458C-B865-9BE3B80A15AB}" presName="dummy3b" presStyleCnt="0"/>
      <dgm:spPr/>
    </dgm:pt>
    <dgm:pt modelId="{5D9B230B-C792-4904-BDAB-B87B8D7EE685}" type="pres">
      <dgm:prSet presAssocID="{6C1A3DB7-2F25-458C-B865-9BE3B80A15AB}" presName="wedge3Tx" presStyleLbl="node1" presStyleIdx="2" presStyleCnt="3">
        <dgm:presLayoutVars>
          <dgm:chMax val="0"/>
          <dgm:chPref val="0"/>
          <dgm:bulletEnabled val="1"/>
        </dgm:presLayoutVars>
      </dgm:prSet>
      <dgm:spPr/>
    </dgm:pt>
    <dgm:pt modelId="{07AB4CD0-A92F-4DAE-9DAE-1994103B7D0B}" type="pres">
      <dgm:prSet presAssocID="{43A287FF-2540-4A5A-A095-16AAD9814F5F}" presName="arrowWedge1" presStyleLbl="fgSibTrans2D1" presStyleIdx="0" presStyleCnt="3"/>
      <dgm:spPr/>
    </dgm:pt>
    <dgm:pt modelId="{82FD3085-A2BC-4418-9038-674CF82C23FC}" type="pres">
      <dgm:prSet presAssocID="{41B1EC53-FC6B-4DAD-92EE-BAAE01D65A0D}" presName="arrowWedge2" presStyleLbl="fgSibTrans2D1" presStyleIdx="1" presStyleCnt="3"/>
      <dgm:spPr/>
    </dgm:pt>
    <dgm:pt modelId="{BC7311D5-EA3B-426F-A517-D260C4BEB84B}" type="pres">
      <dgm:prSet presAssocID="{51A72CB4-16E8-47B6-A3B0-90E7263CC963}" presName="arrowWedge3" presStyleLbl="fgSibTrans2D1" presStyleIdx="2" presStyleCnt="3"/>
      <dgm:spPr/>
    </dgm:pt>
  </dgm:ptLst>
  <dgm:cxnLst>
    <dgm:cxn modelId="{FAD0A803-BE19-43C1-AFD1-143A12985683}" type="presOf" srcId="{67149DB4-0A67-416F-897B-637C681DDBF6}" destId="{BDC7A16D-901B-4C3C-92C1-C6BF360AB429}" srcOrd="0" destOrd="0" presId="urn:microsoft.com/office/officeart/2005/8/layout/cycle8"/>
    <dgm:cxn modelId="{73FF0B0C-69D0-4FA1-96F2-730FF583813A}" type="presOf" srcId="{691CCB9D-5A45-428F-8290-5033FA5A614D}" destId="{4B8D0A53-D3D8-4597-BCB0-B5F39BD62E2E}" srcOrd="1" destOrd="0" presId="urn:microsoft.com/office/officeart/2005/8/layout/cycle8"/>
    <dgm:cxn modelId="{E36DB211-A904-4516-8DC2-158F51D3C871}" srcId="{6C1A3DB7-2F25-458C-B865-9BE3B80A15AB}" destId="{691CCB9D-5A45-428F-8290-5033FA5A614D}" srcOrd="1" destOrd="0" parTransId="{227BFF7F-1CD6-4B39-8DD6-BFE2E18B78E7}" sibTransId="{41B1EC53-FC6B-4DAD-92EE-BAAE01D65A0D}"/>
    <dgm:cxn modelId="{B468BD2F-06F5-4544-8CB0-C5CD349E73FB}" srcId="{6C1A3DB7-2F25-458C-B865-9BE3B80A15AB}" destId="{67149DB4-0A67-416F-897B-637C681DDBF6}" srcOrd="2" destOrd="0" parTransId="{0A999BA4-7350-42B7-A047-FDAF9823AC26}" sibTransId="{51A72CB4-16E8-47B6-A3B0-90E7263CC963}"/>
    <dgm:cxn modelId="{DD28C933-0495-434B-80AF-D1B0B3191E69}" srcId="{6C1A3DB7-2F25-458C-B865-9BE3B80A15AB}" destId="{46908333-00B3-41EB-B00B-D564825CB71D}" srcOrd="0" destOrd="0" parTransId="{FD4BE78D-6810-433E-ACB7-A94003868A6A}" sibTransId="{43A287FF-2540-4A5A-A095-16AAD9814F5F}"/>
    <dgm:cxn modelId="{575C9262-7248-4CAB-9801-3B9CE94DB2FF}" type="presOf" srcId="{6C1A3DB7-2F25-458C-B865-9BE3B80A15AB}" destId="{C99FEDB6-414C-4D0C-A4CF-578AC6324DB8}" srcOrd="0" destOrd="0" presId="urn:microsoft.com/office/officeart/2005/8/layout/cycle8"/>
    <dgm:cxn modelId="{A1187EDF-616E-4124-8633-E70F99CD62A4}" type="presOf" srcId="{67149DB4-0A67-416F-897B-637C681DDBF6}" destId="{5D9B230B-C792-4904-BDAB-B87B8D7EE685}" srcOrd="1" destOrd="0" presId="urn:microsoft.com/office/officeart/2005/8/layout/cycle8"/>
    <dgm:cxn modelId="{A50F0AE1-4AF7-4E5D-A9ED-587E41BE502C}" type="presOf" srcId="{691CCB9D-5A45-428F-8290-5033FA5A614D}" destId="{055C692A-919C-4555-829D-71C92595D58F}" srcOrd="0" destOrd="0" presId="urn:microsoft.com/office/officeart/2005/8/layout/cycle8"/>
    <dgm:cxn modelId="{1C9F7BE8-BAF1-4CBB-8552-981C98DB7AF4}" type="presOf" srcId="{46908333-00B3-41EB-B00B-D564825CB71D}" destId="{E49EA4BB-167F-4EAE-9287-12F629E2CB60}" srcOrd="1" destOrd="0" presId="urn:microsoft.com/office/officeart/2005/8/layout/cycle8"/>
    <dgm:cxn modelId="{94D6D9F2-D9F4-4E6E-85AC-0351A3279353}" type="presOf" srcId="{46908333-00B3-41EB-B00B-D564825CB71D}" destId="{6A8A153D-8E2F-4D37-9776-AE917E0C53B6}" srcOrd="0" destOrd="0" presId="urn:microsoft.com/office/officeart/2005/8/layout/cycle8"/>
    <dgm:cxn modelId="{C1080FF3-C2C7-4B29-A41F-82015BCB2B18}" type="presParOf" srcId="{C99FEDB6-414C-4D0C-A4CF-578AC6324DB8}" destId="{6A8A153D-8E2F-4D37-9776-AE917E0C53B6}" srcOrd="0" destOrd="0" presId="urn:microsoft.com/office/officeart/2005/8/layout/cycle8"/>
    <dgm:cxn modelId="{0C771E4A-4AE3-4E8B-96B1-CE4386E4DAEA}" type="presParOf" srcId="{C99FEDB6-414C-4D0C-A4CF-578AC6324DB8}" destId="{85921AB7-0B55-4A0B-97A8-5C5CA2288686}" srcOrd="1" destOrd="0" presId="urn:microsoft.com/office/officeart/2005/8/layout/cycle8"/>
    <dgm:cxn modelId="{9CAEF177-F0E1-4131-9A41-D078FFA40628}" type="presParOf" srcId="{C99FEDB6-414C-4D0C-A4CF-578AC6324DB8}" destId="{6E12DC77-D972-42A8-A5CD-3B4ADE0AEB83}" srcOrd="2" destOrd="0" presId="urn:microsoft.com/office/officeart/2005/8/layout/cycle8"/>
    <dgm:cxn modelId="{3E09C914-DCAC-48C8-97EC-C581C2FFA655}" type="presParOf" srcId="{C99FEDB6-414C-4D0C-A4CF-578AC6324DB8}" destId="{E49EA4BB-167F-4EAE-9287-12F629E2CB60}" srcOrd="3" destOrd="0" presId="urn:microsoft.com/office/officeart/2005/8/layout/cycle8"/>
    <dgm:cxn modelId="{E20169D2-06F5-464E-8974-B426A989F2AE}" type="presParOf" srcId="{C99FEDB6-414C-4D0C-A4CF-578AC6324DB8}" destId="{055C692A-919C-4555-829D-71C92595D58F}" srcOrd="4" destOrd="0" presId="urn:microsoft.com/office/officeart/2005/8/layout/cycle8"/>
    <dgm:cxn modelId="{0C6A5E0C-4D90-45DA-8152-4BE3C3ADE854}" type="presParOf" srcId="{C99FEDB6-414C-4D0C-A4CF-578AC6324DB8}" destId="{1EBF60D0-29DB-406E-BFC3-D963AA18A6ED}" srcOrd="5" destOrd="0" presId="urn:microsoft.com/office/officeart/2005/8/layout/cycle8"/>
    <dgm:cxn modelId="{11DD4EC2-0E39-43D2-947D-BDD78E52774F}" type="presParOf" srcId="{C99FEDB6-414C-4D0C-A4CF-578AC6324DB8}" destId="{885AE77E-DCBE-4B9C-A71A-68FDCC828FF9}" srcOrd="6" destOrd="0" presId="urn:microsoft.com/office/officeart/2005/8/layout/cycle8"/>
    <dgm:cxn modelId="{1EB7E49A-D05E-4E8E-95F3-27D91B9AFFF3}" type="presParOf" srcId="{C99FEDB6-414C-4D0C-A4CF-578AC6324DB8}" destId="{4B8D0A53-D3D8-4597-BCB0-B5F39BD62E2E}" srcOrd="7" destOrd="0" presId="urn:microsoft.com/office/officeart/2005/8/layout/cycle8"/>
    <dgm:cxn modelId="{BE90DCE1-DBAA-4332-886F-09957BD26F06}" type="presParOf" srcId="{C99FEDB6-414C-4D0C-A4CF-578AC6324DB8}" destId="{BDC7A16D-901B-4C3C-92C1-C6BF360AB429}" srcOrd="8" destOrd="0" presId="urn:microsoft.com/office/officeart/2005/8/layout/cycle8"/>
    <dgm:cxn modelId="{A6BB3A16-FE89-4F50-9668-7BD0174EA4B8}" type="presParOf" srcId="{C99FEDB6-414C-4D0C-A4CF-578AC6324DB8}" destId="{BA779012-29A9-4AE5-9B1E-1360B721356B}" srcOrd="9" destOrd="0" presId="urn:microsoft.com/office/officeart/2005/8/layout/cycle8"/>
    <dgm:cxn modelId="{E7AE3A01-153C-4AF7-84E4-DA7E3A2407D3}" type="presParOf" srcId="{C99FEDB6-414C-4D0C-A4CF-578AC6324DB8}" destId="{CE2C57A4-A074-47B2-A2C6-7B35F6181E90}" srcOrd="10" destOrd="0" presId="urn:microsoft.com/office/officeart/2005/8/layout/cycle8"/>
    <dgm:cxn modelId="{579C3E1C-B3F0-4AA2-B00B-1DEBF7C8687E}" type="presParOf" srcId="{C99FEDB6-414C-4D0C-A4CF-578AC6324DB8}" destId="{5D9B230B-C792-4904-BDAB-B87B8D7EE685}" srcOrd="11" destOrd="0" presId="urn:microsoft.com/office/officeart/2005/8/layout/cycle8"/>
    <dgm:cxn modelId="{B8BDC4D9-C671-40E6-BE59-D68D09E5F579}" type="presParOf" srcId="{C99FEDB6-414C-4D0C-A4CF-578AC6324DB8}" destId="{07AB4CD0-A92F-4DAE-9DAE-1994103B7D0B}" srcOrd="12" destOrd="0" presId="urn:microsoft.com/office/officeart/2005/8/layout/cycle8"/>
    <dgm:cxn modelId="{9E6A2BCD-E7AA-43A7-A8F2-A007B6C79200}" type="presParOf" srcId="{C99FEDB6-414C-4D0C-A4CF-578AC6324DB8}" destId="{82FD3085-A2BC-4418-9038-674CF82C23FC}" srcOrd="13" destOrd="0" presId="urn:microsoft.com/office/officeart/2005/8/layout/cycle8"/>
    <dgm:cxn modelId="{475DEA47-5B31-46CE-A8EC-10A47AEE4472}" type="presParOf" srcId="{C99FEDB6-414C-4D0C-A4CF-578AC6324DB8}" destId="{BC7311D5-EA3B-426F-A517-D260C4BEB84B}" srcOrd="14" destOrd="0" presId="urn:microsoft.com/office/officeart/2005/8/layout/cycle8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C2A7A37-C127-4526-AF37-2DD49F9F1D03}" type="doc">
      <dgm:prSet loTypeId="urn:microsoft.com/office/officeart/2005/8/layout/orgChart1" loCatId="hierarchy" qsTypeId="urn:microsoft.com/office/officeart/2005/8/quickstyle/simple1" qsCatId="simple" csTypeId="urn:microsoft.com/office/officeart/2005/8/colors/accent3_5" csCatId="accent3" phldr="1"/>
      <dgm:spPr/>
      <dgm:t>
        <a:bodyPr/>
        <a:lstStyle/>
        <a:p>
          <a:endParaRPr lang="ru-RU"/>
        </a:p>
      </dgm:t>
    </dgm:pt>
    <dgm:pt modelId="{FB3136DA-F8E7-4131-9D87-33F57A2D527B}">
      <dgm:prSet phldrT="[Текст]"/>
      <dgm:spPr/>
      <dgm:t>
        <a:bodyPr/>
        <a:lstStyle/>
        <a:p>
          <a:pPr>
            <a:buNone/>
          </a:pPr>
          <a:r>
            <a:rPr lang="ru-RU" b="0" i="0" dirty="0"/>
            <a:t>Экран смартфона с </a:t>
          </a:r>
          <a:r>
            <a:rPr lang="ru-RU" b="1" i="0" dirty="0"/>
            <a:t>строкой поиска</a:t>
          </a:r>
          <a:r>
            <a:rPr lang="ru-RU" b="0" i="0" dirty="0"/>
            <a:t>, где написано: Японский дракон на руке.</a:t>
          </a:r>
          <a:endParaRPr lang="ru-RU" dirty="0"/>
        </a:p>
      </dgm:t>
    </dgm:pt>
    <dgm:pt modelId="{C4F20DB7-C6F3-4425-9617-0843BE40C08F}" type="parTrans" cxnId="{661C98FC-0D69-4DD8-9DA4-15D6B345BEC8}">
      <dgm:prSet/>
      <dgm:spPr/>
      <dgm:t>
        <a:bodyPr/>
        <a:lstStyle/>
        <a:p>
          <a:endParaRPr lang="ru-RU"/>
        </a:p>
      </dgm:t>
    </dgm:pt>
    <dgm:pt modelId="{0FD78A37-8F2D-4046-B903-52843C17EDAD}" type="sibTrans" cxnId="{661C98FC-0D69-4DD8-9DA4-15D6B345BEC8}">
      <dgm:prSet/>
      <dgm:spPr/>
      <dgm:t>
        <a:bodyPr/>
        <a:lstStyle/>
        <a:p>
          <a:endParaRPr lang="ru-RU"/>
        </a:p>
      </dgm:t>
    </dgm:pt>
    <dgm:pt modelId="{07E7260F-9F06-4FA8-8B9F-1657964046FE}">
      <dgm:prSet phldrT="[Текст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ru-RU" b="1" i="0" dirty="0"/>
            <a:t>Эскизы:</a:t>
          </a:r>
          <a:r>
            <a:rPr lang="ru-RU" b="0" i="0" dirty="0"/>
            <a:t> миниатюра рисунка дракона.</a:t>
          </a:r>
          <a:endParaRPr lang="ru-RU" dirty="0"/>
        </a:p>
      </dgm:t>
    </dgm:pt>
    <dgm:pt modelId="{878AA7D4-F8F9-4B4F-ACA9-3908DBC8D5F1}" type="parTrans" cxnId="{FF54D1D2-7AC3-493C-9E53-9E38EF339C15}">
      <dgm:prSet/>
      <dgm:spPr/>
      <dgm:t>
        <a:bodyPr/>
        <a:lstStyle/>
        <a:p>
          <a:endParaRPr lang="ru-RU"/>
        </a:p>
      </dgm:t>
    </dgm:pt>
    <dgm:pt modelId="{26985B9D-B3E6-4C90-B51F-DD08942ED964}" type="sibTrans" cxnId="{FF54D1D2-7AC3-493C-9E53-9E38EF339C15}">
      <dgm:prSet/>
      <dgm:spPr/>
      <dgm:t>
        <a:bodyPr/>
        <a:lstStyle/>
        <a:p>
          <a:endParaRPr lang="ru-RU"/>
        </a:p>
      </dgm:t>
    </dgm:pt>
    <dgm:pt modelId="{926BF2B2-507B-4B07-B7B5-0B729F77547A}">
      <dgm:prSet phldrT="[Текст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ru-RU" b="1" i="0" dirty="0"/>
            <a:t>На теле:</a:t>
          </a:r>
          <a:r>
            <a:rPr lang="ru-RU" b="0" i="0" dirty="0"/>
            <a:t> миниатюра фото тату на предплечье.</a:t>
          </a:r>
          <a:endParaRPr lang="ru-RU" dirty="0"/>
        </a:p>
      </dgm:t>
    </dgm:pt>
    <dgm:pt modelId="{3847A3FB-80C6-4C2D-9B8B-FA2E1F419803}" type="parTrans" cxnId="{311FF073-1BA6-451F-96E9-23391BFDBF55}">
      <dgm:prSet/>
      <dgm:spPr/>
      <dgm:t>
        <a:bodyPr/>
        <a:lstStyle/>
        <a:p>
          <a:endParaRPr lang="ru-RU"/>
        </a:p>
      </dgm:t>
    </dgm:pt>
    <dgm:pt modelId="{0DD1F2D6-BD7E-4A12-A8D7-EC22BC9E2F4B}" type="sibTrans" cxnId="{311FF073-1BA6-451F-96E9-23391BFDBF55}">
      <dgm:prSet/>
      <dgm:spPr/>
      <dgm:t>
        <a:bodyPr/>
        <a:lstStyle/>
        <a:p>
          <a:endParaRPr lang="ru-RU"/>
        </a:p>
      </dgm:t>
    </dgm:pt>
    <dgm:pt modelId="{667D1E11-C4C1-45B2-A3E5-36480F73964C}">
      <dgm:prSet phldrT="[Текст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ru-RU" b="1" i="0" dirty="0"/>
            <a:t>Мастера:</a:t>
          </a:r>
          <a:r>
            <a:rPr lang="ru-RU" b="0" i="0" dirty="0"/>
            <a:t> аватарка и имя.</a:t>
          </a:r>
          <a:endParaRPr lang="ru-RU" dirty="0"/>
        </a:p>
      </dgm:t>
    </dgm:pt>
    <dgm:pt modelId="{5A2A23D4-2CAE-485F-8452-5017894AEBDF}" type="parTrans" cxnId="{ADCE2D21-1210-4EC4-B1C8-87BE818FFFFF}">
      <dgm:prSet/>
      <dgm:spPr/>
      <dgm:t>
        <a:bodyPr/>
        <a:lstStyle/>
        <a:p>
          <a:endParaRPr lang="ru-RU"/>
        </a:p>
      </dgm:t>
    </dgm:pt>
    <dgm:pt modelId="{2185E1F4-F974-4B41-BC26-F2D558088D80}" type="sibTrans" cxnId="{ADCE2D21-1210-4EC4-B1C8-87BE818FFFFF}">
      <dgm:prSet/>
      <dgm:spPr/>
      <dgm:t>
        <a:bodyPr/>
        <a:lstStyle/>
        <a:p>
          <a:endParaRPr lang="ru-RU"/>
        </a:p>
      </dgm:t>
    </dgm:pt>
    <dgm:pt modelId="{A8BF3066-0F5C-45F2-AC15-85235C247A40}" type="pres">
      <dgm:prSet presAssocID="{4C2A7A37-C127-4526-AF37-2DD49F9F1D03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C1221587-18A5-4F0F-830F-473568863046}" type="pres">
      <dgm:prSet presAssocID="{FB3136DA-F8E7-4131-9D87-33F57A2D527B}" presName="hierRoot1" presStyleCnt="0">
        <dgm:presLayoutVars>
          <dgm:hierBranch val="init"/>
        </dgm:presLayoutVars>
      </dgm:prSet>
      <dgm:spPr/>
    </dgm:pt>
    <dgm:pt modelId="{97163CAE-AEEF-45DD-8E1C-C6C7245DAEA5}" type="pres">
      <dgm:prSet presAssocID="{FB3136DA-F8E7-4131-9D87-33F57A2D527B}" presName="rootComposite1" presStyleCnt="0"/>
      <dgm:spPr/>
    </dgm:pt>
    <dgm:pt modelId="{68540058-ACCB-4805-AAD9-3BFD421016B9}" type="pres">
      <dgm:prSet presAssocID="{FB3136DA-F8E7-4131-9D87-33F57A2D527B}" presName="rootText1" presStyleLbl="node0" presStyleIdx="0" presStyleCnt="1">
        <dgm:presLayoutVars>
          <dgm:chPref val="3"/>
        </dgm:presLayoutVars>
      </dgm:prSet>
      <dgm:spPr/>
    </dgm:pt>
    <dgm:pt modelId="{302986A4-61A2-4AFF-87EF-F56151DE1403}" type="pres">
      <dgm:prSet presAssocID="{FB3136DA-F8E7-4131-9D87-33F57A2D527B}" presName="rootConnector1" presStyleLbl="node1" presStyleIdx="0" presStyleCnt="0"/>
      <dgm:spPr/>
    </dgm:pt>
    <dgm:pt modelId="{91ACE5C4-5D71-4914-A975-AF5F0C7B5A67}" type="pres">
      <dgm:prSet presAssocID="{FB3136DA-F8E7-4131-9D87-33F57A2D527B}" presName="hierChild2" presStyleCnt="0"/>
      <dgm:spPr/>
    </dgm:pt>
    <dgm:pt modelId="{2BA48FBD-2CFD-444C-9905-79DF9CEF3DC3}" type="pres">
      <dgm:prSet presAssocID="{878AA7D4-F8F9-4B4F-ACA9-3908DBC8D5F1}" presName="Name37" presStyleLbl="parChTrans1D2" presStyleIdx="0" presStyleCnt="3"/>
      <dgm:spPr/>
    </dgm:pt>
    <dgm:pt modelId="{C292C9D5-4947-48C8-A1F5-BF2AAB751850}" type="pres">
      <dgm:prSet presAssocID="{07E7260F-9F06-4FA8-8B9F-1657964046FE}" presName="hierRoot2" presStyleCnt="0">
        <dgm:presLayoutVars>
          <dgm:hierBranch val="init"/>
        </dgm:presLayoutVars>
      </dgm:prSet>
      <dgm:spPr/>
    </dgm:pt>
    <dgm:pt modelId="{FA2B7604-423B-4DF3-9A76-5FBBCD7E5BC3}" type="pres">
      <dgm:prSet presAssocID="{07E7260F-9F06-4FA8-8B9F-1657964046FE}" presName="rootComposite" presStyleCnt="0"/>
      <dgm:spPr/>
    </dgm:pt>
    <dgm:pt modelId="{09EB5F4F-5954-4984-8C0C-E2854C786DA1}" type="pres">
      <dgm:prSet presAssocID="{07E7260F-9F06-4FA8-8B9F-1657964046FE}" presName="rootText" presStyleLbl="node2" presStyleIdx="0" presStyleCnt="3">
        <dgm:presLayoutVars>
          <dgm:chPref val="3"/>
        </dgm:presLayoutVars>
      </dgm:prSet>
      <dgm:spPr/>
    </dgm:pt>
    <dgm:pt modelId="{7825A979-4B8D-4648-92B5-5886D25B9CAC}" type="pres">
      <dgm:prSet presAssocID="{07E7260F-9F06-4FA8-8B9F-1657964046FE}" presName="rootConnector" presStyleLbl="node2" presStyleIdx="0" presStyleCnt="3"/>
      <dgm:spPr/>
    </dgm:pt>
    <dgm:pt modelId="{3A834B14-6E59-4AB9-B47B-96B3502994BA}" type="pres">
      <dgm:prSet presAssocID="{07E7260F-9F06-4FA8-8B9F-1657964046FE}" presName="hierChild4" presStyleCnt="0"/>
      <dgm:spPr/>
    </dgm:pt>
    <dgm:pt modelId="{83EB0B24-B2DB-435D-A3B7-CA20D28A8335}" type="pres">
      <dgm:prSet presAssocID="{07E7260F-9F06-4FA8-8B9F-1657964046FE}" presName="hierChild5" presStyleCnt="0"/>
      <dgm:spPr/>
    </dgm:pt>
    <dgm:pt modelId="{E3CFB974-E634-4A97-9021-9FE10C8A5DB8}" type="pres">
      <dgm:prSet presAssocID="{3847A3FB-80C6-4C2D-9B8B-FA2E1F419803}" presName="Name37" presStyleLbl="parChTrans1D2" presStyleIdx="1" presStyleCnt="3"/>
      <dgm:spPr/>
    </dgm:pt>
    <dgm:pt modelId="{FCB558DA-C273-4AF0-8559-292681A4AC21}" type="pres">
      <dgm:prSet presAssocID="{926BF2B2-507B-4B07-B7B5-0B729F77547A}" presName="hierRoot2" presStyleCnt="0">
        <dgm:presLayoutVars>
          <dgm:hierBranch val="init"/>
        </dgm:presLayoutVars>
      </dgm:prSet>
      <dgm:spPr/>
    </dgm:pt>
    <dgm:pt modelId="{717D41B3-46BA-4BDD-A384-FDCA5F1C1128}" type="pres">
      <dgm:prSet presAssocID="{926BF2B2-507B-4B07-B7B5-0B729F77547A}" presName="rootComposite" presStyleCnt="0"/>
      <dgm:spPr/>
    </dgm:pt>
    <dgm:pt modelId="{08EF6D90-B0EF-4824-B3D5-CEF5D48595BE}" type="pres">
      <dgm:prSet presAssocID="{926BF2B2-507B-4B07-B7B5-0B729F77547A}" presName="rootText" presStyleLbl="node2" presStyleIdx="1" presStyleCnt="3">
        <dgm:presLayoutVars>
          <dgm:chPref val="3"/>
        </dgm:presLayoutVars>
      </dgm:prSet>
      <dgm:spPr/>
    </dgm:pt>
    <dgm:pt modelId="{39102081-EF28-42F8-BA61-3562A87280CD}" type="pres">
      <dgm:prSet presAssocID="{926BF2B2-507B-4B07-B7B5-0B729F77547A}" presName="rootConnector" presStyleLbl="node2" presStyleIdx="1" presStyleCnt="3"/>
      <dgm:spPr/>
    </dgm:pt>
    <dgm:pt modelId="{F1B0D54D-4A86-4395-B761-D50A573C97F2}" type="pres">
      <dgm:prSet presAssocID="{926BF2B2-507B-4B07-B7B5-0B729F77547A}" presName="hierChild4" presStyleCnt="0"/>
      <dgm:spPr/>
    </dgm:pt>
    <dgm:pt modelId="{54B97750-E977-45DB-BBEB-30D2FEC81F16}" type="pres">
      <dgm:prSet presAssocID="{926BF2B2-507B-4B07-B7B5-0B729F77547A}" presName="hierChild5" presStyleCnt="0"/>
      <dgm:spPr/>
    </dgm:pt>
    <dgm:pt modelId="{94C15E4B-34CE-4A1B-9CD3-BD75EACD4A29}" type="pres">
      <dgm:prSet presAssocID="{5A2A23D4-2CAE-485F-8452-5017894AEBDF}" presName="Name37" presStyleLbl="parChTrans1D2" presStyleIdx="2" presStyleCnt="3"/>
      <dgm:spPr/>
    </dgm:pt>
    <dgm:pt modelId="{A3BFEB69-85A7-498E-9DDC-FE1E1B021320}" type="pres">
      <dgm:prSet presAssocID="{667D1E11-C4C1-45B2-A3E5-36480F73964C}" presName="hierRoot2" presStyleCnt="0">
        <dgm:presLayoutVars>
          <dgm:hierBranch val="init"/>
        </dgm:presLayoutVars>
      </dgm:prSet>
      <dgm:spPr/>
    </dgm:pt>
    <dgm:pt modelId="{342D743F-3C79-476A-B631-68B345A60ED7}" type="pres">
      <dgm:prSet presAssocID="{667D1E11-C4C1-45B2-A3E5-36480F73964C}" presName="rootComposite" presStyleCnt="0"/>
      <dgm:spPr/>
    </dgm:pt>
    <dgm:pt modelId="{54C897A2-099E-4569-874D-C5551FF24F7F}" type="pres">
      <dgm:prSet presAssocID="{667D1E11-C4C1-45B2-A3E5-36480F73964C}" presName="rootText" presStyleLbl="node2" presStyleIdx="2" presStyleCnt="3">
        <dgm:presLayoutVars>
          <dgm:chPref val="3"/>
        </dgm:presLayoutVars>
      </dgm:prSet>
      <dgm:spPr/>
    </dgm:pt>
    <dgm:pt modelId="{D7E30F88-E8D7-44C1-BD08-7FCEFB490BA8}" type="pres">
      <dgm:prSet presAssocID="{667D1E11-C4C1-45B2-A3E5-36480F73964C}" presName="rootConnector" presStyleLbl="node2" presStyleIdx="2" presStyleCnt="3"/>
      <dgm:spPr/>
    </dgm:pt>
    <dgm:pt modelId="{F7A5366D-5391-4D98-8F35-6A917ECEFF26}" type="pres">
      <dgm:prSet presAssocID="{667D1E11-C4C1-45B2-A3E5-36480F73964C}" presName="hierChild4" presStyleCnt="0"/>
      <dgm:spPr/>
    </dgm:pt>
    <dgm:pt modelId="{FD4DC0D0-93E8-439A-AA06-DD394E6796EE}" type="pres">
      <dgm:prSet presAssocID="{667D1E11-C4C1-45B2-A3E5-36480F73964C}" presName="hierChild5" presStyleCnt="0"/>
      <dgm:spPr/>
    </dgm:pt>
    <dgm:pt modelId="{F30598F5-AB35-4370-97D9-0E7CC66C7CC2}" type="pres">
      <dgm:prSet presAssocID="{FB3136DA-F8E7-4131-9D87-33F57A2D527B}" presName="hierChild3" presStyleCnt="0"/>
      <dgm:spPr/>
    </dgm:pt>
  </dgm:ptLst>
  <dgm:cxnLst>
    <dgm:cxn modelId="{5CD5F011-84D1-439E-902D-B415A69C763C}" type="presOf" srcId="{07E7260F-9F06-4FA8-8B9F-1657964046FE}" destId="{7825A979-4B8D-4648-92B5-5886D25B9CAC}" srcOrd="1" destOrd="0" presId="urn:microsoft.com/office/officeart/2005/8/layout/orgChart1"/>
    <dgm:cxn modelId="{ADCE2D21-1210-4EC4-B1C8-87BE818FFFFF}" srcId="{FB3136DA-F8E7-4131-9D87-33F57A2D527B}" destId="{667D1E11-C4C1-45B2-A3E5-36480F73964C}" srcOrd="2" destOrd="0" parTransId="{5A2A23D4-2CAE-485F-8452-5017894AEBDF}" sibTransId="{2185E1F4-F974-4B41-BC26-F2D558088D80}"/>
    <dgm:cxn modelId="{56538D23-AC5E-43E3-BF68-8131F3F51BC5}" type="presOf" srcId="{667D1E11-C4C1-45B2-A3E5-36480F73964C}" destId="{54C897A2-099E-4569-874D-C5551FF24F7F}" srcOrd="0" destOrd="0" presId="urn:microsoft.com/office/officeart/2005/8/layout/orgChart1"/>
    <dgm:cxn modelId="{35614126-BF02-40CB-A384-BFB1B94B7B55}" type="presOf" srcId="{667D1E11-C4C1-45B2-A3E5-36480F73964C}" destId="{D7E30F88-E8D7-44C1-BD08-7FCEFB490BA8}" srcOrd="1" destOrd="0" presId="urn:microsoft.com/office/officeart/2005/8/layout/orgChart1"/>
    <dgm:cxn modelId="{E654726F-21F0-415B-8E8A-AACEB8C5AB8E}" type="presOf" srcId="{926BF2B2-507B-4B07-B7B5-0B729F77547A}" destId="{39102081-EF28-42F8-BA61-3562A87280CD}" srcOrd="1" destOrd="0" presId="urn:microsoft.com/office/officeart/2005/8/layout/orgChart1"/>
    <dgm:cxn modelId="{311FF073-1BA6-451F-96E9-23391BFDBF55}" srcId="{FB3136DA-F8E7-4131-9D87-33F57A2D527B}" destId="{926BF2B2-507B-4B07-B7B5-0B729F77547A}" srcOrd="1" destOrd="0" parTransId="{3847A3FB-80C6-4C2D-9B8B-FA2E1F419803}" sibTransId="{0DD1F2D6-BD7E-4A12-A8D7-EC22BC9E2F4B}"/>
    <dgm:cxn modelId="{5B5EDE7A-4916-4210-9559-D725EAC3F10D}" type="presOf" srcId="{FB3136DA-F8E7-4131-9D87-33F57A2D527B}" destId="{68540058-ACCB-4805-AAD9-3BFD421016B9}" srcOrd="0" destOrd="0" presId="urn:microsoft.com/office/officeart/2005/8/layout/orgChart1"/>
    <dgm:cxn modelId="{1C048D8C-0D78-4494-A496-0C914FFCAC5C}" type="presOf" srcId="{4C2A7A37-C127-4526-AF37-2DD49F9F1D03}" destId="{A8BF3066-0F5C-45F2-AC15-85235C247A40}" srcOrd="0" destOrd="0" presId="urn:microsoft.com/office/officeart/2005/8/layout/orgChart1"/>
    <dgm:cxn modelId="{2B8C2E8D-4C99-4004-A3F3-AECB989C7311}" type="presOf" srcId="{878AA7D4-F8F9-4B4F-ACA9-3908DBC8D5F1}" destId="{2BA48FBD-2CFD-444C-9905-79DF9CEF3DC3}" srcOrd="0" destOrd="0" presId="urn:microsoft.com/office/officeart/2005/8/layout/orgChart1"/>
    <dgm:cxn modelId="{3CA16C90-C5BA-4B0B-8DB7-90AF09D9F1B1}" type="presOf" srcId="{5A2A23D4-2CAE-485F-8452-5017894AEBDF}" destId="{94C15E4B-34CE-4A1B-9CD3-BD75EACD4A29}" srcOrd="0" destOrd="0" presId="urn:microsoft.com/office/officeart/2005/8/layout/orgChart1"/>
    <dgm:cxn modelId="{CC5FCBAE-C974-4857-862C-38F0A5DF3D58}" type="presOf" srcId="{3847A3FB-80C6-4C2D-9B8B-FA2E1F419803}" destId="{E3CFB974-E634-4A97-9021-9FE10C8A5DB8}" srcOrd="0" destOrd="0" presId="urn:microsoft.com/office/officeart/2005/8/layout/orgChart1"/>
    <dgm:cxn modelId="{906B8AC3-5621-4A43-9A44-D14DF1C9B729}" type="presOf" srcId="{07E7260F-9F06-4FA8-8B9F-1657964046FE}" destId="{09EB5F4F-5954-4984-8C0C-E2854C786DA1}" srcOrd="0" destOrd="0" presId="urn:microsoft.com/office/officeart/2005/8/layout/orgChart1"/>
    <dgm:cxn modelId="{FF54D1D2-7AC3-493C-9E53-9E38EF339C15}" srcId="{FB3136DA-F8E7-4131-9D87-33F57A2D527B}" destId="{07E7260F-9F06-4FA8-8B9F-1657964046FE}" srcOrd="0" destOrd="0" parTransId="{878AA7D4-F8F9-4B4F-ACA9-3908DBC8D5F1}" sibTransId="{26985B9D-B3E6-4C90-B51F-DD08942ED964}"/>
    <dgm:cxn modelId="{1BBDE7E2-94BD-4316-A76D-58916968EEC8}" type="presOf" srcId="{926BF2B2-507B-4B07-B7B5-0B729F77547A}" destId="{08EF6D90-B0EF-4824-B3D5-CEF5D48595BE}" srcOrd="0" destOrd="0" presId="urn:microsoft.com/office/officeart/2005/8/layout/orgChart1"/>
    <dgm:cxn modelId="{9CB725EC-4028-43B6-97E4-664D4C5C6EE0}" type="presOf" srcId="{FB3136DA-F8E7-4131-9D87-33F57A2D527B}" destId="{302986A4-61A2-4AFF-87EF-F56151DE1403}" srcOrd="1" destOrd="0" presId="urn:microsoft.com/office/officeart/2005/8/layout/orgChart1"/>
    <dgm:cxn modelId="{661C98FC-0D69-4DD8-9DA4-15D6B345BEC8}" srcId="{4C2A7A37-C127-4526-AF37-2DD49F9F1D03}" destId="{FB3136DA-F8E7-4131-9D87-33F57A2D527B}" srcOrd="0" destOrd="0" parTransId="{C4F20DB7-C6F3-4425-9617-0843BE40C08F}" sibTransId="{0FD78A37-8F2D-4046-B903-52843C17EDAD}"/>
    <dgm:cxn modelId="{4D905A47-0E94-4F68-9049-2D58831D0CEC}" type="presParOf" srcId="{A8BF3066-0F5C-45F2-AC15-85235C247A40}" destId="{C1221587-18A5-4F0F-830F-473568863046}" srcOrd="0" destOrd="0" presId="urn:microsoft.com/office/officeart/2005/8/layout/orgChart1"/>
    <dgm:cxn modelId="{5B14912D-6210-4957-93FF-B3503AD41F51}" type="presParOf" srcId="{C1221587-18A5-4F0F-830F-473568863046}" destId="{97163CAE-AEEF-45DD-8E1C-C6C7245DAEA5}" srcOrd="0" destOrd="0" presId="urn:microsoft.com/office/officeart/2005/8/layout/orgChart1"/>
    <dgm:cxn modelId="{29F8EBFE-0A6D-4C1B-A499-6F81731F2F16}" type="presParOf" srcId="{97163CAE-AEEF-45DD-8E1C-C6C7245DAEA5}" destId="{68540058-ACCB-4805-AAD9-3BFD421016B9}" srcOrd="0" destOrd="0" presId="urn:microsoft.com/office/officeart/2005/8/layout/orgChart1"/>
    <dgm:cxn modelId="{F60F1FD8-8F39-44C6-9979-D8458B618406}" type="presParOf" srcId="{97163CAE-AEEF-45DD-8E1C-C6C7245DAEA5}" destId="{302986A4-61A2-4AFF-87EF-F56151DE1403}" srcOrd="1" destOrd="0" presId="urn:microsoft.com/office/officeart/2005/8/layout/orgChart1"/>
    <dgm:cxn modelId="{109330EF-8996-4DFF-AA60-43BABA1261F6}" type="presParOf" srcId="{C1221587-18A5-4F0F-830F-473568863046}" destId="{91ACE5C4-5D71-4914-A975-AF5F0C7B5A67}" srcOrd="1" destOrd="0" presId="urn:microsoft.com/office/officeart/2005/8/layout/orgChart1"/>
    <dgm:cxn modelId="{B07192D9-D2B9-4E40-89E5-BD865B5E4C28}" type="presParOf" srcId="{91ACE5C4-5D71-4914-A975-AF5F0C7B5A67}" destId="{2BA48FBD-2CFD-444C-9905-79DF9CEF3DC3}" srcOrd="0" destOrd="0" presId="urn:microsoft.com/office/officeart/2005/8/layout/orgChart1"/>
    <dgm:cxn modelId="{9A30C19A-007B-4EDF-AB83-613F01286060}" type="presParOf" srcId="{91ACE5C4-5D71-4914-A975-AF5F0C7B5A67}" destId="{C292C9D5-4947-48C8-A1F5-BF2AAB751850}" srcOrd="1" destOrd="0" presId="urn:microsoft.com/office/officeart/2005/8/layout/orgChart1"/>
    <dgm:cxn modelId="{7830EF9C-0F8D-417E-A029-D4FAC3B17216}" type="presParOf" srcId="{C292C9D5-4947-48C8-A1F5-BF2AAB751850}" destId="{FA2B7604-423B-4DF3-9A76-5FBBCD7E5BC3}" srcOrd="0" destOrd="0" presId="urn:microsoft.com/office/officeart/2005/8/layout/orgChart1"/>
    <dgm:cxn modelId="{884C2E94-AA32-4076-89DD-DF4A9E345883}" type="presParOf" srcId="{FA2B7604-423B-4DF3-9A76-5FBBCD7E5BC3}" destId="{09EB5F4F-5954-4984-8C0C-E2854C786DA1}" srcOrd="0" destOrd="0" presId="urn:microsoft.com/office/officeart/2005/8/layout/orgChart1"/>
    <dgm:cxn modelId="{75A600D1-DDE7-457A-93B2-D73DE19F4AD2}" type="presParOf" srcId="{FA2B7604-423B-4DF3-9A76-5FBBCD7E5BC3}" destId="{7825A979-4B8D-4648-92B5-5886D25B9CAC}" srcOrd="1" destOrd="0" presId="urn:microsoft.com/office/officeart/2005/8/layout/orgChart1"/>
    <dgm:cxn modelId="{43B79A2F-6BFD-46BE-A306-BCB40BCA1FD4}" type="presParOf" srcId="{C292C9D5-4947-48C8-A1F5-BF2AAB751850}" destId="{3A834B14-6E59-4AB9-B47B-96B3502994BA}" srcOrd="1" destOrd="0" presId="urn:microsoft.com/office/officeart/2005/8/layout/orgChart1"/>
    <dgm:cxn modelId="{06603009-A186-4B1F-8F47-BFA3C4E64A3E}" type="presParOf" srcId="{C292C9D5-4947-48C8-A1F5-BF2AAB751850}" destId="{83EB0B24-B2DB-435D-A3B7-CA20D28A8335}" srcOrd="2" destOrd="0" presId="urn:microsoft.com/office/officeart/2005/8/layout/orgChart1"/>
    <dgm:cxn modelId="{2D7245E1-5D4C-4C46-835B-6BD7BF43B7BE}" type="presParOf" srcId="{91ACE5C4-5D71-4914-A975-AF5F0C7B5A67}" destId="{E3CFB974-E634-4A97-9021-9FE10C8A5DB8}" srcOrd="2" destOrd="0" presId="urn:microsoft.com/office/officeart/2005/8/layout/orgChart1"/>
    <dgm:cxn modelId="{D1977F38-B3AE-486C-83D1-651CCD89D619}" type="presParOf" srcId="{91ACE5C4-5D71-4914-A975-AF5F0C7B5A67}" destId="{FCB558DA-C273-4AF0-8559-292681A4AC21}" srcOrd="3" destOrd="0" presId="urn:microsoft.com/office/officeart/2005/8/layout/orgChart1"/>
    <dgm:cxn modelId="{F0F695AD-7098-4778-A93E-9425E32A946E}" type="presParOf" srcId="{FCB558DA-C273-4AF0-8559-292681A4AC21}" destId="{717D41B3-46BA-4BDD-A384-FDCA5F1C1128}" srcOrd="0" destOrd="0" presId="urn:microsoft.com/office/officeart/2005/8/layout/orgChart1"/>
    <dgm:cxn modelId="{47C6FB7D-1AD0-4B0C-A72C-0BDC01575966}" type="presParOf" srcId="{717D41B3-46BA-4BDD-A384-FDCA5F1C1128}" destId="{08EF6D90-B0EF-4824-B3D5-CEF5D48595BE}" srcOrd="0" destOrd="0" presId="urn:microsoft.com/office/officeart/2005/8/layout/orgChart1"/>
    <dgm:cxn modelId="{50707595-8989-4BBB-A9DD-D5D1A8255692}" type="presParOf" srcId="{717D41B3-46BA-4BDD-A384-FDCA5F1C1128}" destId="{39102081-EF28-42F8-BA61-3562A87280CD}" srcOrd="1" destOrd="0" presId="urn:microsoft.com/office/officeart/2005/8/layout/orgChart1"/>
    <dgm:cxn modelId="{4E2E3D0C-EF26-4FB1-AE0A-AC9D0A1807AE}" type="presParOf" srcId="{FCB558DA-C273-4AF0-8559-292681A4AC21}" destId="{F1B0D54D-4A86-4395-B761-D50A573C97F2}" srcOrd="1" destOrd="0" presId="urn:microsoft.com/office/officeart/2005/8/layout/orgChart1"/>
    <dgm:cxn modelId="{D7576241-FB98-4F63-A64F-D3DCC0FD68E6}" type="presParOf" srcId="{FCB558DA-C273-4AF0-8559-292681A4AC21}" destId="{54B97750-E977-45DB-BBEB-30D2FEC81F16}" srcOrd="2" destOrd="0" presId="urn:microsoft.com/office/officeart/2005/8/layout/orgChart1"/>
    <dgm:cxn modelId="{C2D5FC9A-EB1D-41C7-8A4E-6B239D17BDB9}" type="presParOf" srcId="{91ACE5C4-5D71-4914-A975-AF5F0C7B5A67}" destId="{94C15E4B-34CE-4A1B-9CD3-BD75EACD4A29}" srcOrd="4" destOrd="0" presId="urn:microsoft.com/office/officeart/2005/8/layout/orgChart1"/>
    <dgm:cxn modelId="{140BABB3-DF94-41D4-9971-BBCE5153E16E}" type="presParOf" srcId="{91ACE5C4-5D71-4914-A975-AF5F0C7B5A67}" destId="{A3BFEB69-85A7-498E-9DDC-FE1E1B021320}" srcOrd="5" destOrd="0" presId="urn:microsoft.com/office/officeart/2005/8/layout/orgChart1"/>
    <dgm:cxn modelId="{3BD4017B-85F4-490E-B5C1-CB22536F5547}" type="presParOf" srcId="{A3BFEB69-85A7-498E-9DDC-FE1E1B021320}" destId="{342D743F-3C79-476A-B631-68B345A60ED7}" srcOrd="0" destOrd="0" presId="urn:microsoft.com/office/officeart/2005/8/layout/orgChart1"/>
    <dgm:cxn modelId="{E5A69C2E-ED7B-4DAD-AB38-4723D355F3BC}" type="presParOf" srcId="{342D743F-3C79-476A-B631-68B345A60ED7}" destId="{54C897A2-099E-4569-874D-C5551FF24F7F}" srcOrd="0" destOrd="0" presId="urn:microsoft.com/office/officeart/2005/8/layout/orgChart1"/>
    <dgm:cxn modelId="{B9447B76-9044-466C-8BEF-B47AFA93E70E}" type="presParOf" srcId="{342D743F-3C79-476A-B631-68B345A60ED7}" destId="{D7E30F88-E8D7-44C1-BD08-7FCEFB490BA8}" srcOrd="1" destOrd="0" presId="urn:microsoft.com/office/officeart/2005/8/layout/orgChart1"/>
    <dgm:cxn modelId="{FDAB97AC-9BC9-482E-93A3-114658EDD847}" type="presParOf" srcId="{A3BFEB69-85A7-498E-9DDC-FE1E1B021320}" destId="{F7A5366D-5391-4D98-8F35-6A917ECEFF26}" srcOrd="1" destOrd="0" presId="urn:microsoft.com/office/officeart/2005/8/layout/orgChart1"/>
    <dgm:cxn modelId="{A54DC20A-B8EA-4AEE-BF58-A273EE560F51}" type="presParOf" srcId="{A3BFEB69-85A7-498E-9DDC-FE1E1B021320}" destId="{FD4DC0D0-93E8-439A-AA06-DD394E6796EE}" srcOrd="2" destOrd="0" presId="urn:microsoft.com/office/officeart/2005/8/layout/orgChart1"/>
    <dgm:cxn modelId="{034242A7-74ED-4B29-91B6-D596E06454CB}" type="presParOf" srcId="{C1221587-18A5-4F0F-830F-473568863046}" destId="{F30598F5-AB35-4370-97D9-0E7CC66C7CC2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91967EB-7F4F-492B-A616-D0C561E826F9}" type="doc">
      <dgm:prSet loTypeId="urn:microsoft.com/office/officeart/2005/8/layout/target3" loCatId="list" qsTypeId="urn:microsoft.com/office/officeart/2005/8/quickstyle/simple1" qsCatId="simple" csTypeId="urn:microsoft.com/office/officeart/2005/8/colors/accent3_3" csCatId="accent3" phldr="1"/>
      <dgm:spPr/>
      <dgm:t>
        <a:bodyPr/>
        <a:lstStyle/>
        <a:p>
          <a:endParaRPr lang="ru-RU"/>
        </a:p>
      </dgm:t>
    </dgm:pt>
    <dgm:pt modelId="{0493D8CB-3B1C-4BF5-A4B3-97BD281BE4FE}">
      <dgm:prSet phldrT="[Текст]"/>
      <dgm:spPr/>
      <dgm:t>
        <a:bodyPr/>
        <a:lstStyle/>
        <a:p>
          <a:pPr>
            <a:buNone/>
          </a:pPr>
          <a:r>
            <a:rPr lang="ru-RU" b="1" i="0" dirty="0"/>
            <a:t>Структурированная информация:</a:t>
          </a:r>
          <a:endParaRPr lang="ru-RU" dirty="0"/>
        </a:p>
      </dgm:t>
    </dgm:pt>
    <dgm:pt modelId="{964E2012-B82A-4822-A455-71B0BDCA062B}" type="parTrans" cxnId="{1FADEC0C-AE8B-4CD5-916E-56A5AE9FDAEA}">
      <dgm:prSet/>
      <dgm:spPr/>
      <dgm:t>
        <a:bodyPr/>
        <a:lstStyle/>
        <a:p>
          <a:endParaRPr lang="ru-RU"/>
        </a:p>
      </dgm:t>
    </dgm:pt>
    <dgm:pt modelId="{61305A08-3E19-4AD9-807F-0CD61037426D}" type="sibTrans" cxnId="{1FADEC0C-AE8B-4CD5-916E-56A5AE9FDAEA}">
      <dgm:prSet/>
      <dgm:spPr/>
      <dgm:t>
        <a:bodyPr/>
        <a:lstStyle/>
        <a:p>
          <a:endParaRPr lang="ru-RU"/>
        </a:p>
      </dgm:t>
    </dgm:pt>
    <dgm:pt modelId="{47C7744C-3F60-4880-8335-11188FA6ACF4}">
      <dgm:prSet phldrT="[Текст]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ru-RU" sz="2400" b="0" i="0" dirty="0"/>
            <a:t>Стиль </a:t>
          </a:r>
          <a:endParaRPr lang="ru-RU" sz="2400" dirty="0"/>
        </a:p>
      </dgm:t>
    </dgm:pt>
    <dgm:pt modelId="{0EBD7F21-A73F-4489-B184-36A37C6CEA88}" type="parTrans" cxnId="{EA77A735-4D1D-4815-BE3A-765670328D31}">
      <dgm:prSet/>
      <dgm:spPr/>
      <dgm:t>
        <a:bodyPr/>
        <a:lstStyle/>
        <a:p>
          <a:endParaRPr lang="ru-RU"/>
        </a:p>
      </dgm:t>
    </dgm:pt>
    <dgm:pt modelId="{88C289FE-DC09-49DE-B0A6-116BB8D6E649}" type="sibTrans" cxnId="{EA77A735-4D1D-4815-BE3A-765670328D31}">
      <dgm:prSet/>
      <dgm:spPr/>
      <dgm:t>
        <a:bodyPr/>
        <a:lstStyle/>
        <a:p>
          <a:endParaRPr lang="ru-RU"/>
        </a:p>
      </dgm:t>
    </dgm:pt>
    <dgm:pt modelId="{3680DB6D-8DEF-4A11-AC36-7E8CC25CF089}">
      <dgm:prSet phldrT="[Текст]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ru-RU" sz="2400" b="0" i="0" dirty="0"/>
            <a:t>Мастер и студия</a:t>
          </a:r>
          <a:endParaRPr lang="ru-RU" sz="2400" dirty="0"/>
        </a:p>
      </dgm:t>
    </dgm:pt>
    <dgm:pt modelId="{F8B2E545-07A4-432C-9CDE-9402BEABA77D}" type="parTrans" cxnId="{2AAF8B18-B3C9-454B-9F07-38C1C511FFF9}">
      <dgm:prSet/>
      <dgm:spPr/>
      <dgm:t>
        <a:bodyPr/>
        <a:lstStyle/>
        <a:p>
          <a:endParaRPr lang="ru-RU"/>
        </a:p>
      </dgm:t>
    </dgm:pt>
    <dgm:pt modelId="{6243B00E-95AE-4B00-9AD5-5BB5C8914039}" type="sibTrans" cxnId="{2AAF8B18-B3C9-454B-9F07-38C1C511FFF9}">
      <dgm:prSet/>
      <dgm:spPr/>
      <dgm:t>
        <a:bodyPr/>
        <a:lstStyle/>
        <a:p>
          <a:endParaRPr lang="ru-RU"/>
        </a:p>
      </dgm:t>
    </dgm:pt>
    <dgm:pt modelId="{ACC046AE-E982-4EFA-AFFB-A35071271FA1}">
      <dgm:prSet phldrT="[Текст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ru-RU" b="1" i="0" dirty="0"/>
            <a:t>Постоянный источник новых идей и трендов</a:t>
          </a:r>
          <a:endParaRPr lang="ru-RU" dirty="0"/>
        </a:p>
      </dgm:t>
    </dgm:pt>
    <dgm:pt modelId="{A78F385A-C57C-443B-BDDB-F7DC92A2E280}" type="parTrans" cxnId="{7ABE906E-3E55-4A14-A78F-33C826E5A2C8}">
      <dgm:prSet/>
      <dgm:spPr/>
      <dgm:t>
        <a:bodyPr/>
        <a:lstStyle/>
        <a:p>
          <a:endParaRPr lang="ru-RU"/>
        </a:p>
      </dgm:t>
    </dgm:pt>
    <dgm:pt modelId="{3976F7F5-1D64-4009-8D5E-CAFE0D562E13}" type="sibTrans" cxnId="{7ABE906E-3E55-4A14-A78F-33C826E5A2C8}">
      <dgm:prSet/>
      <dgm:spPr/>
      <dgm:t>
        <a:bodyPr/>
        <a:lstStyle/>
        <a:p>
          <a:endParaRPr lang="ru-RU"/>
        </a:p>
      </dgm:t>
    </dgm:pt>
    <dgm:pt modelId="{E6334F19-01A3-4DAF-9C3B-CE102349BD63}">
      <dgm:prSet phldrT="[Текст]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ru-RU" sz="2400" b="0" i="0" dirty="0"/>
            <a:t>Часть тела</a:t>
          </a:r>
          <a:endParaRPr lang="ru-RU" sz="2400" dirty="0"/>
        </a:p>
      </dgm:t>
    </dgm:pt>
    <dgm:pt modelId="{2318019A-0918-403C-B054-4EA603E2F3C1}" type="parTrans" cxnId="{03C5D82F-BB26-4AEC-A1FB-203FD09F9A15}">
      <dgm:prSet/>
      <dgm:spPr/>
      <dgm:t>
        <a:bodyPr/>
        <a:lstStyle/>
        <a:p>
          <a:endParaRPr lang="ru-RU"/>
        </a:p>
      </dgm:t>
    </dgm:pt>
    <dgm:pt modelId="{98199791-E33B-4AAD-8AE1-642C80DB51F0}" type="sibTrans" cxnId="{03C5D82F-BB26-4AEC-A1FB-203FD09F9A15}">
      <dgm:prSet/>
      <dgm:spPr/>
      <dgm:t>
        <a:bodyPr/>
        <a:lstStyle/>
        <a:p>
          <a:endParaRPr lang="ru-RU"/>
        </a:p>
      </dgm:t>
    </dgm:pt>
    <dgm:pt modelId="{BB698F45-C424-4EF9-9277-AC0E6170F24F}">
      <dgm:prSet phldrT="[Текст]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ru-RU" sz="2400" b="0" i="0" dirty="0"/>
            <a:t>Теги </a:t>
          </a:r>
          <a:endParaRPr lang="ru-RU" sz="2400" dirty="0"/>
        </a:p>
      </dgm:t>
    </dgm:pt>
    <dgm:pt modelId="{6BE6F369-62C5-469B-84FA-2B231183D77C}" type="parTrans" cxnId="{B2815AD2-0987-42EC-A80B-2BAE1F56CB05}">
      <dgm:prSet/>
      <dgm:spPr/>
      <dgm:t>
        <a:bodyPr/>
        <a:lstStyle/>
        <a:p>
          <a:endParaRPr lang="ru-RU"/>
        </a:p>
      </dgm:t>
    </dgm:pt>
    <dgm:pt modelId="{006F15EE-91C1-4FD6-97D7-63A392BBF827}" type="sibTrans" cxnId="{B2815AD2-0987-42EC-A80B-2BAE1F56CB05}">
      <dgm:prSet/>
      <dgm:spPr/>
      <dgm:t>
        <a:bodyPr/>
        <a:lstStyle/>
        <a:p>
          <a:endParaRPr lang="ru-RU"/>
        </a:p>
      </dgm:t>
    </dgm:pt>
    <dgm:pt modelId="{8D000CC0-C881-47F9-9EDD-6B768D7CAAC6}">
      <dgm:prSet phldrT="[Текст]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ru-RU" sz="2400" b="0" i="0" dirty="0"/>
            <a:t>Лайки </a:t>
          </a:r>
          <a:endParaRPr lang="ru-RU" sz="2400" dirty="0"/>
        </a:p>
      </dgm:t>
    </dgm:pt>
    <dgm:pt modelId="{0FB87008-4199-4789-BA07-F95D263858F5}" type="parTrans" cxnId="{F1DA54F4-26CB-43D1-B8D0-CB788EBE9A0D}">
      <dgm:prSet/>
      <dgm:spPr/>
      <dgm:t>
        <a:bodyPr/>
        <a:lstStyle/>
        <a:p>
          <a:endParaRPr lang="ru-RU"/>
        </a:p>
      </dgm:t>
    </dgm:pt>
    <dgm:pt modelId="{322252EE-A9B1-463E-87B5-6254752F7691}" type="sibTrans" cxnId="{F1DA54F4-26CB-43D1-B8D0-CB788EBE9A0D}">
      <dgm:prSet/>
      <dgm:spPr/>
      <dgm:t>
        <a:bodyPr/>
        <a:lstStyle/>
        <a:p>
          <a:endParaRPr lang="ru-RU"/>
        </a:p>
      </dgm:t>
    </dgm:pt>
    <dgm:pt modelId="{D7CA8111-4630-4BD6-8150-502B3F562DB0}" type="pres">
      <dgm:prSet presAssocID="{991967EB-7F4F-492B-A616-D0C561E826F9}" presName="Name0" presStyleCnt="0">
        <dgm:presLayoutVars>
          <dgm:chMax val="7"/>
          <dgm:dir/>
          <dgm:animLvl val="lvl"/>
          <dgm:resizeHandles val="exact"/>
        </dgm:presLayoutVars>
      </dgm:prSet>
      <dgm:spPr/>
    </dgm:pt>
    <dgm:pt modelId="{BA2A917C-6979-45D3-8B40-46D420E35B67}" type="pres">
      <dgm:prSet presAssocID="{0493D8CB-3B1C-4BF5-A4B3-97BD281BE4FE}" presName="circle1" presStyleLbl="node1" presStyleIdx="0" presStyleCnt="2"/>
      <dgm:spPr/>
    </dgm:pt>
    <dgm:pt modelId="{90B4B2BA-784D-4BFA-953C-BD0DF6DFDF8F}" type="pres">
      <dgm:prSet presAssocID="{0493D8CB-3B1C-4BF5-A4B3-97BD281BE4FE}" presName="space" presStyleCnt="0"/>
      <dgm:spPr/>
    </dgm:pt>
    <dgm:pt modelId="{EF499A8A-B37B-49AC-8A45-7D64EF7EF1FE}" type="pres">
      <dgm:prSet presAssocID="{0493D8CB-3B1C-4BF5-A4B3-97BD281BE4FE}" presName="rect1" presStyleLbl="alignAcc1" presStyleIdx="0" presStyleCnt="2" custLinFactNeighborX="0" custLinFactNeighborY="4095"/>
      <dgm:spPr/>
    </dgm:pt>
    <dgm:pt modelId="{5A16EDB9-20C9-455B-AD78-20C4F5C59B57}" type="pres">
      <dgm:prSet presAssocID="{ACC046AE-E982-4EFA-AFFB-A35071271FA1}" presName="vertSpace2" presStyleLbl="node1" presStyleIdx="0" presStyleCnt="2"/>
      <dgm:spPr/>
    </dgm:pt>
    <dgm:pt modelId="{411FF156-7D91-4C93-99EC-2EF6073DD2FE}" type="pres">
      <dgm:prSet presAssocID="{ACC046AE-E982-4EFA-AFFB-A35071271FA1}" presName="circle2" presStyleLbl="node1" presStyleIdx="1" presStyleCnt="2" custLinFactNeighborX="507" custLinFactNeighborY="10526"/>
      <dgm:spPr/>
    </dgm:pt>
    <dgm:pt modelId="{D1F756CE-A370-4611-B7DC-3AAE2757AC51}" type="pres">
      <dgm:prSet presAssocID="{ACC046AE-E982-4EFA-AFFB-A35071271FA1}" presName="rect2" presStyleLbl="alignAcc1" presStyleIdx="1" presStyleCnt="2" custLinFactNeighborX="0" custLinFactNeighborY="10526"/>
      <dgm:spPr/>
    </dgm:pt>
    <dgm:pt modelId="{6CC0F341-7E26-42B8-AF00-D04D0BDC61F0}" type="pres">
      <dgm:prSet presAssocID="{0493D8CB-3B1C-4BF5-A4B3-97BD281BE4FE}" presName="rect1ParTx" presStyleLbl="alignAcc1" presStyleIdx="1" presStyleCnt="2">
        <dgm:presLayoutVars>
          <dgm:chMax val="1"/>
          <dgm:bulletEnabled val="1"/>
        </dgm:presLayoutVars>
      </dgm:prSet>
      <dgm:spPr/>
    </dgm:pt>
    <dgm:pt modelId="{E42EBF2B-294C-44FD-B781-9BAC9DED70A8}" type="pres">
      <dgm:prSet presAssocID="{0493D8CB-3B1C-4BF5-A4B3-97BD281BE4FE}" presName="rect1ChTx" presStyleLbl="alignAcc1" presStyleIdx="1" presStyleCnt="2" custLinFactNeighborX="0" custLinFactNeighborY="6719">
        <dgm:presLayoutVars>
          <dgm:bulletEnabled val="1"/>
        </dgm:presLayoutVars>
      </dgm:prSet>
      <dgm:spPr/>
    </dgm:pt>
    <dgm:pt modelId="{2FAA9F7E-A1B1-4785-BF4B-6367C67399EF}" type="pres">
      <dgm:prSet presAssocID="{ACC046AE-E982-4EFA-AFFB-A35071271FA1}" presName="rect2ParTx" presStyleLbl="alignAcc1" presStyleIdx="1" presStyleCnt="2">
        <dgm:presLayoutVars>
          <dgm:chMax val="1"/>
          <dgm:bulletEnabled val="1"/>
        </dgm:presLayoutVars>
      </dgm:prSet>
      <dgm:spPr/>
    </dgm:pt>
    <dgm:pt modelId="{243A653E-3B54-47CE-AC63-A4A3D4A86816}" type="pres">
      <dgm:prSet presAssocID="{ACC046AE-E982-4EFA-AFFB-A35071271FA1}" presName="rect2ChTx" presStyleLbl="alignAcc1" presStyleIdx="1" presStyleCnt="2" custLinFactNeighborX="-1546" custLinFactNeighborY="10526">
        <dgm:presLayoutVars>
          <dgm:bulletEnabled val="1"/>
        </dgm:presLayoutVars>
      </dgm:prSet>
      <dgm:spPr/>
    </dgm:pt>
  </dgm:ptLst>
  <dgm:cxnLst>
    <dgm:cxn modelId="{1FADEC0C-AE8B-4CD5-916E-56A5AE9FDAEA}" srcId="{991967EB-7F4F-492B-A616-D0C561E826F9}" destId="{0493D8CB-3B1C-4BF5-A4B3-97BD281BE4FE}" srcOrd="0" destOrd="0" parTransId="{964E2012-B82A-4822-A455-71B0BDCA062B}" sibTransId="{61305A08-3E19-4AD9-807F-0CD61037426D}"/>
    <dgm:cxn modelId="{E3A2AF15-E068-4A8F-92A6-41FC7A694F24}" type="presOf" srcId="{0493D8CB-3B1C-4BF5-A4B3-97BD281BE4FE}" destId="{EF499A8A-B37B-49AC-8A45-7D64EF7EF1FE}" srcOrd="0" destOrd="0" presId="urn:microsoft.com/office/officeart/2005/8/layout/target3"/>
    <dgm:cxn modelId="{2AAF8B18-B3C9-454B-9F07-38C1C511FFF9}" srcId="{0493D8CB-3B1C-4BF5-A4B3-97BD281BE4FE}" destId="{3680DB6D-8DEF-4A11-AC36-7E8CC25CF089}" srcOrd="1" destOrd="0" parTransId="{F8B2E545-07A4-432C-9CDE-9402BEABA77D}" sibTransId="{6243B00E-95AE-4B00-9AD5-5BB5C8914039}"/>
    <dgm:cxn modelId="{03C5D82F-BB26-4AEC-A1FB-203FD09F9A15}" srcId="{0493D8CB-3B1C-4BF5-A4B3-97BD281BE4FE}" destId="{E6334F19-01A3-4DAF-9C3B-CE102349BD63}" srcOrd="2" destOrd="0" parTransId="{2318019A-0918-403C-B054-4EA603E2F3C1}" sibTransId="{98199791-E33B-4AAD-8AE1-642C80DB51F0}"/>
    <dgm:cxn modelId="{EA77A735-4D1D-4815-BE3A-765670328D31}" srcId="{0493D8CB-3B1C-4BF5-A4B3-97BD281BE4FE}" destId="{47C7744C-3F60-4880-8335-11188FA6ACF4}" srcOrd="0" destOrd="0" parTransId="{0EBD7F21-A73F-4489-B184-36A37C6CEA88}" sibTransId="{88C289FE-DC09-49DE-B0A6-116BB8D6E649}"/>
    <dgm:cxn modelId="{E9D80C60-41D2-4E74-8E02-85650B9A0FE8}" type="presOf" srcId="{ACC046AE-E982-4EFA-AFFB-A35071271FA1}" destId="{2FAA9F7E-A1B1-4785-BF4B-6367C67399EF}" srcOrd="1" destOrd="0" presId="urn:microsoft.com/office/officeart/2005/8/layout/target3"/>
    <dgm:cxn modelId="{9E14F945-110D-4C83-9949-384DB68D0478}" type="presOf" srcId="{3680DB6D-8DEF-4A11-AC36-7E8CC25CF089}" destId="{E42EBF2B-294C-44FD-B781-9BAC9DED70A8}" srcOrd="0" destOrd="1" presId="urn:microsoft.com/office/officeart/2005/8/layout/target3"/>
    <dgm:cxn modelId="{DFB51967-86BA-44CB-B13E-BA0BDC7BCF97}" type="presOf" srcId="{0493D8CB-3B1C-4BF5-A4B3-97BD281BE4FE}" destId="{6CC0F341-7E26-42B8-AF00-D04D0BDC61F0}" srcOrd="1" destOrd="0" presId="urn:microsoft.com/office/officeart/2005/8/layout/target3"/>
    <dgm:cxn modelId="{7ABE906E-3E55-4A14-A78F-33C826E5A2C8}" srcId="{991967EB-7F4F-492B-A616-D0C561E826F9}" destId="{ACC046AE-E982-4EFA-AFFB-A35071271FA1}" srcOrd="1" destOrd="0" parTransId="{A78F385A-C57C-443B-BDDB-F7DC92A2E280}" sibTransId="{3976F7F5-1D64-4009-8D5E-CAFE0D562E13}"/>
    <dgm:cxn modelId="{97C1AB7C-695C-4AF7-8C0A-35A6C7ACCFD0}" type="presOf" srcId="{ACC046AE-E982-4EFA-AFFB-A35071271FA1}" destId="{D1F756CE-A370-4611-B7DC-3AAE2757AC51}" srcOrd="0" destOrd="0" presId="urn:microsoft.com/office/officeart/2005/8/layout/target3"/>
    <dgm:cxn modelId="{39EDD07E-381A-49BE-953A-A29473F26906}" type="presOf" srcId="{E6334F19-01A3-4DAF-9C3B-CE102349BD63}" destId="{E42EBF2B-294C-44FD-B781-9BAC9DED70A8}" srcOrd="0" destOrd="2" presId="urn:microsoft.com/office/officeart/2005/8/layout/target3"/>
    <dgm:cxn modelId="{1973C980-9E05-4605-AAF1-0F6DF6546029}" type="presOf" srcId="{BB698F45-C424-4EF9-9277-AC0E6170F24F}" destId="{E42EBF2B-294C-44FD-B781-9BAC9DED70A8}" srcOrd="0" destOrd="3" presId="urn:microsoft.com/office/officeart/2005/8/layout/target3"/>
    <dgm:cxn modelId="{CEB8BFA2-59BA-4DE2-9E48-E90BC380E7B2}" type="presOf" srcId="{991967EB-7F4F-492B-A616-D0C561E826F9}" destId="{D7CA8111-4630-4BD6-8150-502B3F562DB0}" srcOrd="0" destOrd="0" presId="urn:microsoft.com/office/officeart/2005/8/layout/target3"/>
    <dgm:cxn modelId="{A706B1D0-F723-47BE-A47A-23F2C06CC47F}" type="presOf" srcId="{8D000CC0-C881-47F9-9EDD-6B768D7CAAC6}" destId="{E42EBF2B-294C-44FD-B781-9BAC9DED70A8}" srcOrd="0" destOrd="4" presId="urn:microsoft.com/office/officeart/2005/8/layout/target3"/>
    <dgm:cxn modelId="{B2815AD2-0987-42EC-A80B-2BAE1F56CB05}" srcId="{0493D8CB-3B1C-4BF5-A4B3-97BD281BE4FE}" destId="{BB698F45-C424-4EF9-9277-AC0E6170F24F}" srcOrd="3" destOrd="0" parTransId="{6BE6F369-62C5-469B-84FA-2B231183D77C}" sibTransId="{006F15EE-91C1-4FD6-97D7-63A392BBF827}"/>
    <dgm:cxn modelId="{F1DA54F4-26CB-43D1-B8D0-CB788EBE9A0D}" srcId="{0493D8CB-3B1C-4BF5-A4B3-97BD281BE4FE}" destId="{8D000CC0-C881-47F9-9EDD-6B768D7CAAC6}" srcOrd="4" destOrd="0" parTransId="{0FB87008-4199-4789-BA07-F95D263858F5}" sibTransId="{322252EE-A9B1-463E-87B5-6254752F7691}"/>
    <dgm:cxn modelId="{42B977F6-2BA4-48D4-B3F2-16BB4B5B0C21}" type="presOf" srcId="{47C7744C-3F60-4880-8335-11188FA6ACF4}" destId="{E42EBF2B-294C-44FD-B781-9BAC9DED70A8}" srcOrd="0" destOrd="0" presId="urn:microsoft.com/office/officeart/2005/8/layout/target3"/>
    <dgm:cxn modelId="{ED0C5591-2158-49ED-BAE0-4EFA824688CC}" type="presParOf" srcId="{D7CA8111-4630-4BD6-8150-502B3F562DB0}" destId="{BA2A917C-6979-45D3-8B40-46D420E35B67}" srcOrd="0" destOrd="0" presId="urn:microsoft.com/office/officeart/2005/8/layout/target3"/>
    <dgm:cxn modelId="{466B3B08-9DEC-4251-B5C0-6EC00E8D075A}" type="presParOf" srcId="{D7CA8111-4630-4BD6-8150-502B3F562DB0}" destId="{90B4B2BA-784D-4BFA-953C-BD0DF6DFDF8F}" srcOrd="1" destOrd="0" presId="urn:microsoft.com/office/officeart/2005/8/layout/target3"/>
    <dgm:cxn modelId="{59E4C1F2-88B5-4CD7-9CCB-A05909ABCF97}" type="presParOf" srcId="{D7CA8111-4630-4BD6-8150-502B3F562DB0}" destId="{EF499A8A-B37B-49AC-8A45-7D64EF7EF1FE}" srcOrd="2" destOrd="0" presId="urn:microsoft.com/office/officeart/2005/8/layout/target3"/>
    <dgm:cxn modelId="{F3B68C5D-BF1B-4D55-B844-F440E46E2F7E}" type="presParOf" srcId="{D7CA8111-4630-4BD6-8150-502B3F562DB0}" destId="{5A16EDB9-20C9-455B-AD78-20C4F5C59B57}" srcOrd="3" destOrd="0" presId="urn:microsoft.com/office/officeart/2005/8/layout/target3"/>
    <dgm:cxn modelId="{36438F46-9439-41EE-9D9B-64AEBA478207}" type="presParOf" srcId="{D7CA8111-4630-4BD6-8150-502B3F562DB0}" destId="{411FF156-7D91-4C93-99EC-2EF6073DD2FE}" srcOrd="4" destOrd="0" presId="urn:microsoft.com/office/officeart/2005/8/layout/target3"/>
    <dgm:cxn modelId="{0628B614-26F6-4BF1-A36F-A0910F8EA663}" type="presParOf" srcId="{D7CA8111-4630-4BD6-8150-502B3F562DB0}" destId="{D1F756CE-A370-4611-B7DC-3AAE2757AC51}" srcOrd="5" destOrd="0" presId="urn:microsoft.com/office/officeart/2005/8/layout/target3"/>
    <dgm:cxn modelId="{20C62039-FFCD-419B-B1DC-707A805BA0B4}" type="presParOf" srcId="{D7CA8111-4630-4BD6-8150-502B3F562DB0}" destId="{6CC0F341-7E26-42B8-AF00-D04D0BDC61F0}" srcOrd="6" destOrd="0" presId="urn:microsoft.com/office/officeart/2005/8/layout/target3"/>
    <dgm:cxn modelId="{CB48F603-FC0A-4362-A3CC-751B07411A14}" type="presParOf" srcId="{D7CA8111-4630-4BD6-8150-502B3F562DB0}" destId="{E42EBF2B-294C-44FD-B781-9BAC9DED70A8}" srcOrd="7" destOrd="0" presId="urn:microsoft.com/office/officeart/2005/8/layout/target3"/>
    <dgm:cxn modelId="{11786D45-259E-4EC0-B14E-DBD94CC175F9}" type="presParOf" srcId="{D7CA8111-4630-4BD6-8150-502B3F562DB0}" destId="{2FAA9F7E-A1B1-4785-BF4B-6367C67399EF}" srcOrd="8" destOrd="0" presId="urn:microsoft.com/office/officeart/2005/8/layout/target3"/>
    <dgm:cxn modelId="{7C48216A-2E94-4FEE-B1E3-B8A70D08F936}" type="presParOf" srcId="{D7CA8111-4630-4BD6-8150-502B3F562DB0}" destId="{243A653E-3B54-47CE-AC63-A4A3D4A86816}" srcOrd="9" destOrd="0" presId="urn:microsoft.com/office/officeart/2005/8/layout/targe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03AAF289-7FC3-4F64-8882-7D40181F033B}" type="doc">
      <dgm:prSet loTypeId="urn:microsoft.com/office/officeart/2008/layout/AlternatingHexagons" loCatId="list" qsTypeId="urn:microsoft.com/office/officeart/2005/8/quickstyle/simple1" qsCatId="simple" csTypeId="urn:microsoft.com/office/officeart/2005/8/colors/accent3_5" csCatId="accent3" phldr="1"/>
      <dgm:spPr/>
      <dgm:t>
        <a:bodyPr/>
        <a:lstStyle/>
        <a:p>
          <a:endParaRPr lang="ru-RU"/>
        </a:p>
      </dgm:t>
    </dgm:pt>
    <dgm:pt modelId="{01D59EED-4144-4B1F-8BE4-A54D980FB971}">
      <dgm:prSet phldrT="[Текст]"/>
      <dgm:spPr/>
      <dgm:t>
        <a:bodyPr/>
        <a:lstStyle/>
        <a:p>
          <a:pPr>
            <a:buNone/>
          </a:pPr>
          <a:r>
            <a:rPr lang="ru-RU" b="1" i="0" dirty="0"/>
            <a:t>Стиль</a:t>
          </a:r>
          <a:endParaRPr lang="ru-RU" dirty="0"/>
        </a:p>
      </dgm:t>
    </dgm:pt>
    <dgm:pt modelId="{A2010B14-75A4-43D8-9963-A25FE25589B6}" type="parTrans" cxnId="{38B1168B-9CB8-4B5A-ABCE-E694FD75A9E8}">
      <dgm:prSet/>
      <dgm:spPr/>
      <dgm:t>
        <a:bodyPr/>
        <a:lstStyle/>
        <a:p>
          <a:endParaRPr lang="ru-RU"/>
        </a:p>
      </dgm:t>
    </dgm:pt>
    <dgm:pt modelId="{B79027C0-3C2F-4A04-9BDE-93B0CF11D746}" type="sibTrans" cxnId="{38B1168B-9CB8-4B5A-ABCE-E694FD75A9E8}">
      <dgm:prSet/>
      <dgm:spPr/>
      <dgm:t>
        <a:bodyPr/>
        <a:lstStyle/>
        <a:p>
          <a:endParaRPr lang="ru-RU"/>
        </a:p>
      </dgm:t>
    </dgm:pt>
    <dgm:pt modelId="{BDE0EC8E-BBE6-49AF-9587-4625C6F72F70}">
      <dgm:prSet phldrT="[Текст]" custT="1"/>
      <dgm:spPr/>
      <dgm:t>
        <a:bodyPr/>
        <a:lstStyle/>
        <a:p>
          <a:pPr>
            <a:buNone/>
          </a:pPr>
          <a:r>
            <a:rPr lang="ru-RU" sz="1800" b="0" i="0" dirty="0"/>
            <a:t>Индустриальная эстетика, минимализм. Акценты на чёрном, белом, сером. Яркие цвета — только в работах.</a:t>
          </a:r>
          <a:endParaRPr lang="ru-RU" sz="1800" dirty="0"/>
        </a:p>
      </dgm:t>
    </dgm:pt>
    <dgm:pt modelId="{129AACAA-EC5C-4BDE-90AE-DCD03D1269C9}" type="parTrans" cxnId="{017B25DF-7A71-437A-8854-6698FE94CFEB}">
      <dgm:prSet/>
      <dgm:spPr/>
      <dgm:t>
        <a:bodyPr/>
        <a:lstStyle/>
        <a:p>
          <a:endParaRPr lang="ru-RU"/>
        </a:p>
      </dgm:t>
    </dgm:pt>
    <dgm:pt modelId="{8D87B098-8334-4B0D-9F5E-78A61A327F00}" type="sibTrans" cxnId="{017B25DF-7A71-437A-8854-6698FE94CFEB}">
      <dgm:prSet/>
      <dgm:spPr/>
      <dgm:t>
        <a:bodyPr/>
        <a:lstStyle/>
        <a:p>
          <a:endParaRPr lang="ru-RU"/>
        </a:p>
      </dgm:t>
    </dgm:pt>
    <dgm:pt modelId="{5E19C6D0-C59A-4657-B6BE-A361A7DFDE66}">
      <dgm:prSet phldrT="[Текст]"/>
      <dgm:spPr/>
      <dgm:t>
        <a:bodyPr/>
        <a:lstStyle/>
        <a:p>
          <a:pPr>
            <a:buNone/>
          </a:pPr>
          <a:r>
            <a:rPr lang="ru-RU" b="1" i="0" dirty="0"/>
            <a:t>Адаптивные темы</a:t>
          </a:r>
          <a:endParaRPr lang="ru-RU" dirty="0"/>
        </a:p>
      </dgm:t>
    </dgm:pt>
    <dgm:pt modelId="{E95E7DB8-583F-4222-B32C-5E7A84169847}" type="parTrans" cxnId="{D72041E4-46AE-4D20-AF55-342B87B54990}">
      <dgm:prSet/>
      <dgm:spPr/>
      <dgm:t>
        <a:bodyPr/>
        <a:lstStyle/>
        <a:p>
          <a:endParaRPr lang="ru-RU"/>
        </a:p>
      </dgm:t>
    </dgm:pt>
    <dgm:pt modelId="{6723CB5E-00B7-4F55-8AB9-9C7218CAA0A1}" type="sibTrans" cxnId="{D72041E4-46AE-4D20-AF55-342B87B54990}">
      <dgm:prSet/>
      <dgm:spPr/>
      <dgm:t>
        <a:bodyPr/>
        <a:lstStyle/>
        <a:p>
          <a:endParaRPr lang="ru-RU"/>
        </a:p>
      </dgm:t>
    </dgm:pt>
    <dgm:pt modelId="{ADDF272A-3321-4324-9177-01BAF2BACA4C}">
      <dgm:prSet phldrT="[Текст]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ru-RU" sz="1800" b="0" i="0" dirty="0"/>
            <a:t>Темная тема, Светлая тема</a:t>
          </a:r>
          <a:endParaRPr lang="ru-RU" sz="1800" b="0" dirty="0"/>
        </a:p>
      </dgm:t>
    </dgm:pt>
    <dgm:pt modelId="{49573A72-5695-4A20-8E7D-7F71B86C6C18}" type="parTrans" cxnId="{BCBAD509-790F-4DFC-99E4-42A8737A4AA8}">
      <dgm:prSet/>
      <dgm:spPr/>
      <dgm:t>
        <a:bodyPr/>
        <a:lstStyle/>
        <a:p>
          <a:endParaRPr lang="ru-RU"/>
        </a:p>
      </dgm:t>
    </dgm:pt>
    <dgm:pt modelId="{FB3AB577-7638-4089-B27C-6101161CD0D2}" type="sibTrans" cxnId="{BCBAD509-790F-4DFC-99E4-42A8737A4AA8}">
      <dgm:prSet/>
      <dgm:spPr/>
      <dgm:t>
        <a:bodyPr/>
        <a:lstStyle/>
        <a:p>
          <a:endParaRPr lang="ru-RU"/>
        </a:p>
      </dgm:t>
    </dgm:pt>
    <dgm:pt modelId="{DCE81DDC-288F-48CC-8A24-9623E78673F6}" type="pres">
      <dgm:prSet presAssocID="{03AAF289-7FC3-4F64-8882-7D40181F033B}" presName="Name0" presStyleCnt="0">
        <dgm:presLayoutVars>
          <dgm:chMax/>
          <dgm:chPref/>
          <dgm:dir/>
          <dgm:animLvl val="lvl"/>
        </dgm:presLayoutVars>
      </dgm:prSet>
      <dgm:spPr/>
    </dgm:pt>
    <dgm:pt modelId="{1815D520-221F-41EF-AFB4-82968FBDAF68}" type="pres">
      <dgm:prSet presAssocID="{01D59EED-4144-4B1F-8BE4-A54D980FB971}" presName="composite" presStyleCnt="0"/>
      <dgm:spPr/>
    </dgm:pt>
    <dgm:pt modelId="{80092067-D04D-4937-9822-E6DCC0979EF2}" type="pres">
      <dgm:prSet presAssocID="{01D59EED-4144-4B1F-8BE4-A54D980FB971}" presName="Parent1" presStyleLbl="node1" presStyleIdx="0" presStyleCnt="4">
        <dgm:presLayoutVars>
          <dgm:chMax val="1"/>
          <dgm:chPref val="1"/>
          <dgm:bulletEnabled val="1"/>
        </dgm:presLayoutVars>
      </dgm:prSet>
      <dgm:spPr/>
    </dgm:pt>
    <dgm:pt modelId="{FFD49004-90E1-4F42-BCCF-12BDD7AB353F}" type="pres">
      <dgm:prSet presAssocID="{01D59EED-4144-4B1F-8BE4-A54D980FB971}" presName="Childtext1" presStyleLbl="revTx" presStyleIdx="0" presStyleCnt="2" custScaleX="145050" custScaleY="112192" custLinFactNeighborX="32707" custLinFactNeighborY="-6599">
        <dgm:presLayoutVars>
          <dgm:chMax val="0"/>
          <dgm:chPref val="0"/>
          <dgm:bulletEnabled val="1"/>
        </dgm:presLayoutVars>
      </dgm:prSet>
      <dgm:spPr/>
    </dgm:pt>
    <dgm:pt modelId="{3549302E-1AF0-48F3-8257-C9F2FC49095B}" type="pres">
      <dgm:prSet presAssocID="{01D59EED-4144-4B1F-8BE4-A54D980FB971}" presName="BalanceSpacing" presStyleCnt="0"/>
      <dgm:spPr/>
    </dgm:pt>
    <dgm:pt modelId="{4E6DCCC6-BC10-49CA-AAB8-325867E03ED0}" type="pres">
      <dgm:prSet presAssocID="{01D59EED-4144-4B1F-8BE4-A54D980FB971}" presName="BalanceSpacing1" presStyleCnt="0"/>
      <dgm:spPr/>
    </dgm:pt>
    <dgm:pt modelId="{A2C429E9-6B82-42E9-B2F1-74C637E8939F}" type="pres">
      <dgm:prSet presAssocID="{B79027C0-3C2F-4A04-9BDE-93B0CF11D746}" presName="Accent1Text" presStyleLbl="node1" presStyleIdx="1" presStyleCnt="4"/>
      <dgm:spPr/>
    </dgm:pt>
    <dgm:pt modelId="{0581E0D3-C7CB-42A3-A4AA-1A6720ADD1BD}" type="pres">
      <dgm:prSet presAssocID="{B79027C0-3C2F-4A04-9BDE-93B0CF11D746}" presName="spaceBetweenRectangles" presStyleCnt="0"/>
      <dgm:spPr/>
    </dgm:pt>
    <dgm:pt modelId="{D9794F23-484C-4C02-B1A7-AD3B0C7D2FA8}" type="pres">
      <dgm:prSet presAssocID="{5E19C6D0-C59A-4657-B6BE-A361A7DFDE66}" presName="composite" presStyleCnt="0"/>
      <dgm:spPr/>
    </dgm:pt>
    <dgm:pt modelId="{8A88DC71-61CE-4928-A57D-CC9512EE6158}" type="pres">
      <dgm:prSet presAssocID="{5E19C6D0-C59A-4657-B6BE-A361A7DFDE66}" presName="Parent1" presStyleLbl="node1" presStyleIdx="2" presStyleCnt="4" custLinFactNeighborX="-19790" custLinFactNeighborY="-656">
        <dgm:presLayoutVars>
          <dgm:chMax val="1"/>
          <dgm:chPref val="1"/>
          <dgm:bulletEnabled val="1"/>
        </dgm:presLayoutVars>
      </dgm:prSet>
      <dgm:spPr/>
    </dgm:pt>
    <dgm:pt modelId="{4019E76E-191F-4B05-B120-7EDB43AC28A4}" type="pres">
      <dgm:prSet presAssocID="{5E19C6D0-C59A-4657-B6BE-A361A7DFDE66}" presName="Childtext1" presStyleLbl="revTx" presStyleIdx="1" presStyleCnt="2" custScaleX="119071" custScaleY="53809" custLinFactNeighborX="-23152" custLinFactNeighborY="-2229">
        <dgm:presLayoutVars>
          <dgm:chMax val="0"/>
          <dgm:chPref val="0"/>
          <dgm:bulletEnabled val="1"/>
        </dgm:presLayoutVars>
      </dgm:prSet>
      <dgm:spPr/>
    </dgm:pt>
    <dgm:pt modelId="{B432AF81-63E1-4867-8A70-75AA7DE742ED}" type="pres">
      <dgm:prSet presAssocID="{5E19C6D0-C59A-4657-B6BE-A361A7DFDE66}" presName="BalanceSpacing" presStyleCnt="0"/>
      <dgm:spPr/>
    </dgm:pt>
    <dgm:pt modelId="{0F28AEE3-BB30-4F47-B447-3EE3D390B17A}" type="pres">
      <dgm:prSet presAssocID="{5E19C6D0-C59A-4657-B6BE-A361A7DFDE66}" presName="BalanceSpacing1" presStyleCnt="0"/>
      <dgm:spPr/>
    </dgm:pt>
    <dgm:pt modelId="{AEB35742-C8EC-4362-8463-FF3B324F13D7}" type="pres">
      <dgm:prSet presAssocID="{6723CB5E-00B7-4F55-8AB9-9C7218CAA0A1}" presName="Accent1Text" presStyleLbl="node1" presStyleIdx="3" presStyleCnt="4" custLinFactNeighborX="-17287" custLinFactNeighborY="-1032"/>
      <dgm:spPr/>
    </dgm:pt>
  </dgm:ptLst>
  <dgm:cxnLst>
    <dgm:cxn modelId="{BCBAD509-790F-4DFC-99E4-42A8737A4AA8}" srcId="{5E19C6D0-C59A-4657-B6BE-A361A7DFDE66}" destId="{ADDF272A-3321-4324-9177-01BAF2BACA4C}" srcOrd="0" destOrd="0" parTransId="{49573A72-5695-4A20-8E7D-7F71B86C6C18}" sibTransId="{FB3AB577-7638-4089-B27C-6101161CD0D2}"/>
    <dgm:cxn modelId="{0E739E0E-9BB1-4AFB-A4D1-B0598E7AFA15}" type="presOf" srcId="{ADDF272A-3321-4324-9177-01BAF2BACA4C}" destId="{4019E76E-191F-4B05-B120-7EDB43AC28A4}" srcOrd="0" destOrd="0" presId="urn:microsoft.com/office/officeart/2008/layout/AlternatingHexagons"/>
    <dgm:cxn modelId="{A9B83568-218E-450D-9C08-F40593644F12}" type="presOf" srcId="{03AAF289-7FC3-4F64-8882-7D40181F033B}" destId="{DCE81DDC-288F-48CC-8A24-9623E78673F6}" srcOrd="0" destOrd="0" presId="urn:microsoft.com/office/officeart/2008/layout/AlternatingHexagons"/>
    <dgm:cxn modelId="{FDE0E549-61E1-412D-BDCB-744364999DAB}" type="presOf" srcId="{BDE0EC8E-BBE6-49AF-9587-4625C6F72F70}" destId="{FFD49004-90E1-4F42-BCCF-12BDD7AB353F}" srcOrd="0" destOrd="0" presId="urn:microsoft.com/office/officeart/2008/layout/AlternatingHexagons"/>
    <dgm:cxn modelId="{FDED227B-B859-4533-B232-C72CDC238BF8}" type="presOf" srcId="{5E19C6D0-C59A-4657-B6BE-A361A7DFDE66}" destId="{8A88DC71-61CE-4928-A57D-CC9512EE6158}" srcOrd="0" destOrd="0" presId="urn:microsoft.com/office/officeart/2008/layout/AlternatingHexagons"/>
    <dgm:cxn modelId="{38B1168B-9CB8-4B5A-ABCE-E694FD75A9E8}" srcId="{03AAF289-7FC3-4F64-8882-7D40181F033B}" destId="{01D59EED-4144-4B1F-8BE4-A54D980FB971}" srcOrd="0" destOrd="0" parTransId="{A2010B14-75A4-43D8-9963-A25FE25589B6}" sibTransId="{B79027C0-3C2F-4A04-9BDE-93B0CF11D746}"/>
    <dgm:cxn modelId="{C7A24897-2BCB-4644-8553-5C6197C8680E}" type="presOf" srcId="{B79027C0-3C2F-4A04-9BDE-93B0CF11D746}" destId="{A2C429E9-6B82-42E9-B2F1-74C637E8939F}" srcOrd="0" destOrd="0" presId="urn:microsoft.com/office/officeart/2008/layout/AlternatingHexagons"/>
    <dgm:cxn modelId="{017B25DF-7A71-437A-8854-6698FE94CFEB}" srcId="{01D59EED-4144-4B1F-8BE4-A54D980FB971}" destId="{BDE0EC8E-BBE6-49AF-9587-4625C6F72F70}" srcOrd="0" destOrd="0" parTransId="{129AACAA-EC5C-4BDE-90AE-DCD03D1269C9}" sibTransId="{8D87B098-8334-4B0D-9F5E-78A61A327F00}"/>
    <dgm:cxn modelId="{D72041E4-46AE-4D20-AF55-342B87B54990}" srcId="{03AAF289-7FC3-4F64-8882-7D40181F033B}" destId="{5E19C6D0-C59A-4657-B6BE-A361A7DFDE66}" srcOrd="1" destOrd="0" parTransId="{E95E7DB8-583F-4222-B32C-5E7A84169847}" sibTransId="{6723CB5E-00B7-4F55-8AB9-9C7218CAA0A1}"/>
    <dgm:cxn modelId="{DE2C93EC-F3CA-4093-AC2C-68155C09ACBA}" type="presOf" srcId="{01D59EED-4144-4B1F-8BE4-A54D980FB971}" destId="{80092067-D04D-4937-9822-E6DCC0979EF2}" srcOrd="0" destOrd="0" presId="urn:microsoft.com/office/officeart/2008/layout/AlternatingHexagons"/>
    <dgm:cxn modelId="{3EE0D4F6-D767-4493-B89B-E9DBB29B88D2}" type="presOf" srcId="{6723CB5E-00B7-4F55-8AB9-9C7218CAA0A1}" destId="{AEB35742-C8EC-4362-8463-FF3B324F13D7}" srcOrd="0" destOrd="0" presId="urn:microsoft.com/office/officeart/2008/layout/AlternatingHexagons"/>
    <dgm:cxn modelId="{07E90C4A-BD51-48F7-AEFC-1070267641B0}" type="presParOf" srcId="{DCE81DDC-288F-48CC-8A24-9623E78673F6}" destId="{1815D520-221F-41EF-AFB4-82968FBDAF68}" srcOrd="0" destOrd="0" presId="urn:microsoft.com/office/officeart/2008/layout/AlternatingHexagons"/>
    <dgm:cxn modelId="{4A223683-C621-43C2-921F-17909FA01A4D}" type="presParOf" srcId="{1815D520-221F-41EF-AFB4-82968FBDAF68}" destId="{80092067-D04D-4937-9822-E6DCC0979EF2}" srcOrd="0" destOrd="0" presId="urn:microsoft.com/office/officeart/2008/layout/AlternatingHexagons"/>
    <dgm:cxn modelId="{E7D8978B-DAA0-416A-872A-3453350D8C1B}" type="presParOf" srcId="{1815D520-221F-41EF-AFB4-82968FBDAF68}" destId="{FFD49004-90E1-4F42-BCCF-12BDD7AB353F}" srcOrd="1" destOrd="0" presId="urn:microsoft.com/office/officeart/2008/layout/AlternatingHexagons"/>
    <dgm:cxn modelId="{BBA4B024-8F67-476F-980B-06F852D42BB9}" type="presParOf" srcId="{1815D520-221F-41EF-AFB4-82968FBDAF68}" destId="{3549302E-1AF0-48F3-8257-C9F2FC49095B}" srcOrd="2" destOrd="0" presId="urn:microsoft.com/office/officeart/2008/layout/AlternatingHexagons"/>
    <dgm:cxn modelId="{00696241-2F0B-4A3A-907A-A1BE6693CEF8}" type="presParOf" srcId="{1815D520-221F-41EF-AFB4-82968FBDAF68}" destId="{4E6DCCC6-BC10-49CA-AAB8-325867E03ED0}" srcOrd="3" destOrd="0" presId="urn:microsoft.com/office/officeart/2008/layout/AlternatingHexagons"/>
    <dgm:cxn modelId="{4C808B7C-07F4-4984-9530-4F19032ED9B1}" type="presParOf" srcId="{1815D520-221F-41EF-AFB4-82968FBDAF68}" destId="{A2C429E9-6B82-42E9-B2F1-74C637E8939F}" srcOrd="4" destOrd="0" presId="urn:microsoft.com/office/officeart/2008/layout/AlternatingHexagons"/>
    <dgm:cxn modelId="{55D1013A-C06E-4357-9C11-798613579228}" type="presParOf" srcId="{DCE81DDC-288F-48CC-8A24-9623E78673F6}" destId="{0581E0D3-C7CB-42A3-A4AA-1A6720ADD1BD}" srcOrd="1" destOrd="0" presId="urn:microsoft.com/office/officeart/2008/layout/AlternatingHexagons"/>
    <dgm:cxn modelId="{950249E4-F707-461E-B317-C4EB89F6531C}" type="presParOf" srcId="{DCE81DDC-288F-48CC-8A24-9623E78673F6}" destId="{D9794F23-484C-4C02-B1A7-AD3B0C7D2FA8}" srcOrd="2" destOrd="0" presId="urn:microsoft.com/office/officeart/2008/layout/AlternatingHexagons"/>
    <dgm:cxn modelId="{0AC777E0-2C7C-41CF-AEA5-3A0093D54790}" type="presParOf" srcId="{D9794F23-484C-4C02-B1A7-AD3B0C7D2FA8}" destId="{8A88DC71-61CE-4928-A57D-CC9512EE6158}" srcOrd="0" destOrd="0" presId="urn:microsoft.com/office/officeart/2008/layout/AlternatingHexagons"/>
    <dgm:cxn modelId="{9F07F756-7F6F-41F9-BA95-2F8C40D2BD61}" type="presParOf" srcId="{D9794F23-484C-4C02-B1A7-AD3B0C7D2FA8}" destId="{4019E76E-191F-4B05-B120-7EDB43AC28A4}" srcOrd="1" destOrd="0" presId="urn:microsoft.com/office/officeart/2008/layout/AlternatingHexagons"/>
    <dgm:cxn modelId="{179D8E06-1FFE-4469-92AA-D9DA289318B0}" type="presParOf" srcId="{D9794F23-484C-4C02-B1A7-AD3B0C7D2FA8}" destId="{B432AF81-63E1-4867-8A70-75AA7DE742ED}" srcOrd="2" destOrd="0" presId="urn:microsoft.com/office/officeart/2008/layout/AlternatingHexagons"/>
    <dgm:cxn modelId="{BB570483-C0DB-4301-B2C6-A812E9AB13DC}" type="presParOf" srcId="{D9794F23-484C-4C02-B1A7-AD3B0C7D2FA8}" destId="{0F28AEE3-BB30-4F47-B447-3EE3D390B17A}" srcOrd="3" destOrd="0" presId="urn:microsoft.com/office/officeart/2008/layout/AlternatingHexagons"/>
    <dgm:cxn modelId="{8CCA0574-5C96-4C7E-AECF-E6B0361C5D8C}" type="presParOf" srcId="{D9794F23-484C-4C02-B1A7-AD3B0C7D2FA8}" destId="{AEB35742-C8EC-4362-8463-FF3B324F13D7}" srcOrd="4" destOrd="0" presId="urn:microsoft.com/office/officeart/2008/layout/AlternatingHexagon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CF2C5735-241B-4E78-8A54-29DD6345108C}" type="doc">
      <dgm:prSet loTypeId="urn:microsoft.com/office/officeart/2005/8/layout/matrix1" loCatId="matrix" qsTypeId="urn:microsoft.com/office/officeart/2005/8/quickstyle/simple1" qsCatId="simple" csTypeId="urn:microsoft.com/office/officeart/2005/8/colors/accent3_4" csCatId="accent3" phldr="1"/>
      <dgm:spPr/>
      <dgm:t>
        <a:bodyPr/>
        <a:lstStyle/>
        <a:p>
          <a:endParaRPr lang="ru-RU"/>
        </a:p>
      </dgm:t>
    </dgm:pt>
    <dgm:pt modelId="{7FD6E845-1E95-4FE6-92E7-E0E39AF4970B}">
      <dgm:prSet phldrT="[Текст]" custT="1"/>
      <dgm:spPr/>
      <dgm:t>
        <a:bodyPr/>
        <a:lstStyle/>
        <a:p>
          <a:pPr>
            <a:buNone/>
          </a:pPr>
          <a:r>
            <a:rPr lang="en-US" sz="3700" b="1" i="0" dirty="0"/>
            <a:t>Android Studio</a:t>
          </a:r>
          <a:endParaRPr lang="ru-RU" sz="3700" b="1" i="0" dirty="0"/>
        </a:p>
        <a:p>
          <a:pPr>
            <a:buNone/>
          </a:pPr>
          <a:r>
            <a:rPr lang="ru-RU" sz="2000" b="0" i="0" dirty="0"/>
            <a:t>Официальная среда для быстрой и качественной разработки.</a:t>
          </a:r>
          <a:endParaRPr lang="ru-RU" sz="2000" dirty="0"/>
        </a:p>
      </dgm:t>
    </dgm:pt>
    <dgm:pt modelId="{122DB474-C9D1-432F-A16A-0502836458C5}" type="parTrans" cxnId="{A3431444-64BE-42A1-B200-4C7D2F22F727}">
      <dgm:prSet/>
      <dgm:spPr/>
      <dgm:t>
        <a:bodyPr/>
        <a:lstStyle/>
        <a:p>
          <a:endParaRPr lang="ru-RU"/>
        </a:p>
      </dgm:t>
    </dgm:pt>
    <dgm:pt modelId="{82114389-6F7C-4C1A-AD85-E7133ED41A2B}" type="sibTrans" cxnId="{A3431444-64BE-42A1-B200-4C7D2F22F727}">
      <dgm:prSet/>
      <dgm:spPr/>
      <dgm:t>
        <a:bodyPr/>
        <a:lstStyle/>
        <a:p>
          <a:endParaRPr lang="ru-RU"/>
        </a:p>
      </dgm:t>
    </dgm:pt>
    <dgm:pt modelId="{B647B55D-6651-4C58-BE43-AD7050B10BD7}">
      <dgm:prSet phldrT="[Текст]" custT="1"/>
      <dgm:spPr/>
      <dgm:t>
        <a:bodyPr/>
        <a:lstStyle/>
        <a:p>
          <a:pPr>
            <a:buNone/>
          </a:pPr>
          <a:r>
            <a:rPr lang="en-US" sz="3700" b="1" i="0" dirty="0"/>
            <a:t>Kotlin</a:t>
          </a:r>
          <a:endParaRPr lang="ru-RU" sz="3700" b="1" i="0" dirty="0"/>
        </a:p>
        <a:p>
          <a:pPr>
            <a:buNone/>
          </a:pPr>
          <a:r>
            <a:rPr lang="ru-RU" sz="2000" b="0" i="0" dirty="0"/>
            <a:t>Современный, безопасный и выразительный язык для создания логики приложения.</a:t>
          </a:r>
          <a:endParaRPr lang="ru-RU" sz="2000" dirty="0"/>
        </a:p>
      </dgm:t>
    </dgm:pt>
    <dgm:pt modelId="{CC2C447E-A9BD-457A-884F-87201EEA7331}" type="parTrans" cxnId="{B2107211-1559-4731-BD0C-6D88B8DEF453}">
      <dgm:prSet/>
      <dgm:spPr/>
      <dgm:t>
        <a:bodyPr/>
        <a:lstStyle/>
        <a:p>
          <a:endParaRPr lang="ru-RU"/>
        </a:p>
      </dgm:t>
    </dgm:pt>
    <dgm:pt modelId="{37F141C7-CBEE-4A6A-B1BB-0052BEA61BE0}" type="sibTrans" cxnId="{B2107211-1559-4731-BD0C-6D88B8DEF453}">
      <dgm:prSet/>
      <dgm:spPr/>
      <dgm:t>
        <a:bodyPr/>
        <a:lstStyle/>
        <a:p>
          <a:endParaRPr lang="ru-RU"/>
        </a:p>
      </dgm:t>
    </dgm:pt>
    <dgm:pt modelId="{324581B7-4735-418F-A1CE-2342492D44D5}">
      <dgm:prSet phldrT="[Текст]" custT="1"/>
      <dgm:spPr/>
      <dgm:t>
        <a:bodyPr/>
        <a:lstStyle/>
        <a:p>
          <a:pPr algn="ctr">
            <a:buNone/>
          </a:pPr>
          <a:r>
            <a:rPr lang="en-US" sz="3700" b="1" i="0" dirty="0"/>
            <a:t>Material Design 3</a:t>
          </a:r>
          <a:endParaRPr lang="ru-RU" sz="3700" b="1" i="0" dirty="0"/>
        </a:p>
        <a:p>
          <a:pPr algn="ctr">
            <a:buNone/>
          </a:pPr>
          <a:r>
            <a:rPr lang="ru-RU" sz="2000" b="0" i="0" dirty="0"/>
            <a:t>Использование актуальных гайдлайнов для интуитивного и красивого интерфейса.</a:t>
          </a:r>
          <a:endParaRPr lang="ru-RU" sz="2000" dirty="0"/>
        </a:p>
        <a:p>
          <a:pPr algn="ctr">
            <a:buNone/>
          </a:pPr>
          <a:endParaRPr lang="ru-RU" sz="2000" dirty="0"/>
        </a:p>
        <a:p>
          <a:pPr algn="ctr">
            <a:buNone/>
          </a:pPr>
          <a:endParaRPr lang="ru-RU" sz="2000" dirty="0"/>
        </a:p>
      </dgm:t>
    </dgm:pt>
    <dgm:pt modelId="{F909D097-8B37-48B2-8AE6-F9EE23A22B53}" type="parTrans" cxnId="{83B43E2D-8F08-4A11-B62B-397A1A9A591E}">
      <dgm:prSet/>
      <dgm:spPr/>
      <dgm:t>
        <a:bodyPr/>
        <a:lstStyle/>
        <a:p>
          <a:endParaRPr lang="ru-RU"/>
        </a:p>
      </dgm:t>
    </dgm:pt>
    <dgm:pt modelId="{4A8B40FF-4F55-446D-A6D6-6EEB3F4098D1}" type="sibTrans" cxnId="{83B43E2D-8F08-4A11-B62B-397A1A9A591E}">
      <dgm:prSet/>
      <dgm:spPr/>
      <dgm:t>
        <a:bodyPr/>
        <a:lstStyle/>
        <a:p>
          <a:endParaRPr lang="ru-RU"/>
        </a:p>
      </dgm:t>
    </dgm:pt>
    <dgm:pt modelId="{E18A9012-BDB1-4149-A990-45436D986A63}">
      <dgm:prSet phldrT="[Текст]" custT="1"/>
      <dgm:spPr/>
      <dgm:t>
        <a:bodyPr/>
        <a:lstStyle/>
        <a:p>
          <a:pPr>
            <a:buNone/>
          </a:pPr>
          <a:r>
            <a:rPr lang="en-US" sz="3700" b="1" i="0" dirty="0"/>
            <a:t>Room Database</a:t>
          </a:r>
          <a:endParaRPr lang="ru-RU" sz="3700" b="1" i="0" dirty="0"/>
        </a:p>
        <a:p>
          <a:pPr>
            <a:buNone/>
          </a:pPr>
          <a:r>
            <a:rPr lang="ru-RU" sz="2000" b="0" i="0" dirty="0"/>
            <a:t>Надежное и производительное локальное хранилище для кэширования изображений, списка избранного, данных профиля</a:t>
          </a:r>
        </a:p>
        <a:p>
          <a:pPr>
            <a:buNone/>
          </a:pPr>
          <a:endParaRPr lang="ru-RU" sz="1000" dirty="0"/>
        </a:p>
        <a:p>
          <a:pPr>
            <a:buNone/>
          </a:pPr>
          <a:endParaRPr lang="ru-RU" sz="1000" dirty="0"/>
        </a:p>
        <a:p>
          <a:pPr>
            <a:buNone/>
          </a:pPr>
          <a:endParaRPr lang="ru-RU" sz="1000" dirty="0"/>
        </a:p>
      </dgm:t>
    </dgm:pt>
    <dgm:pt modelId="{24E77664-D002-4FC6-86E9-193FE4D65D4C}" type="parTrans" cxnId="{8525269C-047F-4441-B7C5-CD10E889C890}">
      <dgm:prSet/>
      <dgm:spPr/>
      <dgm:t>
        <a:bodyPr/>
        <a:lstStyle/>
        <a:p>
          <a:endParaRPr lang="ru-RU"/>
        </a:p>
      </dgm:t>
    </dgm:pt>
    <dgm:pt modelId="{C87D89B2-DAC4-4032-B28C-9DF1DE4839A8}" type="sibTrans" cxnId="{8525269C-047F-4441-B7C5-CD10E889C890}">
      <dgm:prSet/>
      <dgm:spPr/>
      <dgm:t>
        <a:bodyPr/>
        <a:lstStyle/>
        <a:p>
          <a:endParaRPr lang="ru-RU"/>
        </a:p>
      </dgm:t>
    </dgm:pt>
    <dgm:pt modelId="{29B80E89-0512-4837-B96F-F0CA20998524}">
      <dgm:prSet phldrT="[Текст]" phldr="0"/>
      <dgm:spPr/>
      <dgm:t>
        <a:bodyPr/>
        <a:lstStyle/>
        <a:p>
          <a:endParaRPr lang="ru-RU" dirty="0"/>
        </a:p>
      </dgm:t>
    </dgm:pt>
    <dgm:pt modelId="{FEEA5A54-3A00-4A0E-B8B6-D356E063B39F}" type="sibTrans" cxnId="{5779C2B3-037D-4167-B19B-15485A244EDE}">
      <dgm:prSet/>
      <dgm:spPr/>
      <dgm:t>
        <a:bodyPr/>
        <a:lstStyle/>
        <a:p>
          <a:endParaRPr lang="ru-RU"/>
        </a:p>
      </dgm:t>
    </dgm:pt>
    <dgm:pt modelId="{64E167F3-F1EE-4C38-8267-4925A77408B6}" type="parTrans" cxnId="{5779C2B3-037D-4167-B19B-15485A244EDE}">
      <dgm:prSet/>
      <dgm:spPr/>
      <dgm:t>
        <a:bodyPr/>
        <a:lstStyle/>
        <a:p>
          <a:endParaRPr lang="ru-RU"/>
        </a:p>
      </dgm:t>
    </dgm:pt>
    <dgm:pt modelId="{D437E99D-26FF-4079-BEB1-4CA06C0D0DBA}" type="pres">
      <dgm:prSet presAssocID="{CF2C5735-241B-4E78-8A54-29DD6345108C}" presName="diagram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E1909A2D-9BA4-4BDF-9D92-1321C466FC67}" type="pres">
      <dgm:prSet presAssocID="{CF2C5735-241B-4E78-8A54-29DD6345108C}" presName="matrix" presStyleCnt="0"/>
      <dgm:spPr/>
    </dgm:pt>
    <dgm:pt modelId="{AC642045-8AE6-4CF5-BCC0-93F1CC1E98E6}" type="pres">
      <dgm:prSet presAssocID="{CF2C5735-241B-4E78-8A54-29DD6345108C}" presName="tile1" presStyleLbl="node1" presStyleIdx="0" presStyleCnt="4"/>
      <dgm:spPr/>
    </dgm:pt>
    <dgm:pt modelId="{2ACAAFDD-A7A4-4DF4-A3AB-C0F7FBB7E31B}" type="pres">
      <dgm:prSet presAssocID="{CF2C5735-241B-4E78-8A54-29DD6345108C}" presName="tile1text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5F40FD38-4FC6-43C5-AA8F-15C23974F7B5}" type="pres">
      <dgm:prSet presAssocID="{CF2C5735-241B-4E78-8A54-29DD6345108C}" presName="tile2" presStyleLbl="node1" presStyleIdx="1" presStyleCnt="4"/>
      <dgm:spPr/>
    </dgm:pt>
    <dgm:pt modelId="{EDBA9DB1-625E-4C8E-B5BF-222D137445BE}" type="pres">
      <dgm:prSet presAssocID="{CF2C5735-241B-4E78-8A54-29DD6345108C}" presName="tile2text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9A92CDF4-8F41-4570-A3A5-7B5FC9E4F544}" type="pres">
      <dgm:prSet presAssocID="{CF2C5735-241B-4E78-8A54-29DD6345108C}" presName="tile3" presStyleLbl="node1" presStyleIdx="2" presStyleCnt="4" custLinFactNeighborY="0"/>
      <dgm:spPr/>
    </dgm:pt>
    <dgm:pt modelId="{5CF62BAA-4F8D-49BA-9F40-2BC3F8B1F9A5}" type="pres">
      <dgm:prSet presAssocID="{CF2C5735-241B-4E78-8A54-29DD6345108C}" presName="tile3text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46EB9CB9-D026-4EFC-8740-14FB80B62A05}" type="pres">
      <dgm:prSet presAssocID="{CF2C5735-241B-4E78-8A54-29DD6345108C}" presName="tile4" presStyleLbl="node1" presStyleIdx="3" presStyleCnt="4"/>
      <dgm:spPr/>
    </dgm:pt>
    <dgm:pt modelId="{6F635F97-1125-4372-93CB-3B6F76C0C296}" type="pres">
      <dgm:prSet presAssocID="{CF2C5735-241B-4E78-8A54-29DD6345108C}" presName="tile4text" presStyleLbl="node1" presStyleIdx="3" presStyleCnt="4">
        <dgm:presLayoutVars>
          <dgm:chMax val="0"/>
          <dgm:chPref val="0"/>
          <dgm:bulletEnabled val="1"/>
        </dgm:presLayoutVars>
      </dgm:prSet>
      <dgm:spPr/>
    </dgm:pt>
    <dgm:pt modelId="{532E23FB-E1F7-4E02-A9D3-C7AB60C29A79}" type="pres">
      <dgm:prSet presAssocID="{CF2C5735-241B-4E78-8A54-29DD6345108C}" presName="centerTile" presStyleLbl="fgShp" presStyleIdx="0" presStyleCnt="1" custScaleX="13350" custScaleY="3375" custLinFactNeighborX="0" custLinFactNeighborY="0">
        <dgm:presLayoutVars>
          <dgm:chMax val="0"/>
          <dgm:chPref val="0"/>
        </dgm:presLayoutVars>
      </dgm:prSet>
      <dgm:spPr/>
    </dgm:pt>
  </dgm:ptLst>
  <dgm:cxnLst>
    <dgm:cxn modelId="{F48FDD0A-16F1-46D3-9EFE-A2B5CCC13F9A}" type="presOf" srcId="{B647B55D-6651-4C58-BE43-AD7050B10BD7}" destId="{5F40FD38-4FC6-43C5-AA8F-15C23974F7B5}" srcOrd="0" destOrd="0" presId="urn:microsoft.com/office/officeart/2005/8/layout/matrix1"/>
    <dgm:cxn modelId="{3667CD0E-1683-4561-9E6B-343205C4016C}" type="presOf" srcId="{E18A9012-BDB1-4149-A990-45436D986A63}" destId="{6F635F97-1125-4372-93CB-3B6F76C0C296}" srcOrd="1" destOrd="0" presId="urn:microsoft.com/office/officeart/2005/8/layout/matrix1"/>
    <dgm:cxn modelId="{B2107211-1559-4731-BD0C-6D88B8DEF453}" srcId="{29B80E89-0512-4837-B96F-F0CA20998524}" destId="{B647B55D-6651-4C58-BE43-AD7050B10BD7}" srcOrd="1" destOrd="0" parTransId="{CC2C447E-A9BD-457A-884F-87201EEA7331}" sibTransId="{37F141C7-CBEE-4A6A-B1BB-0052BEA61BE0}"/>
    <dgm:cxn modelId="{8AECD622-6973-4F43-9903-0B92AB2E3676}" type="presOf" srcId="{E18A9012-BDB1-4149-A990-45436D986A63}" destId="{46EB9CB9-D026-4EFC-8740-14FB80B62A05}" srcOrd="0" destOrd="0" presId="urn:microsoft.com/office/officeart/2005/8/layout/matrix1"/>
    <dgm:cxn modelId="{872E4123-DF8C-4E46-835B-43022F20B5AC}" type="presOf" srcId="{7FD6E845-1E95-4FE6-92E7-E0E39AF4970B}" destId="{2ACAAFDD-A7A4-4DF4-A3AB-C0F7FBB7E31B}" srcOrd="1" destOrd="0" presId="urn:microsoft.com/office/officeart/2005/8/layout/matrix1"/>
    <dgm:cxn modelId="{83B43E2D-8F08-4A11-B62B-397A1A9A591E}" srcId="{29B80E89-0512-4837-B96F-F0CA20998524}" destId="{324581B7-4735-418F-A1CE-2342492D44D5}" srcOrd="2" destOrd="0" parTransId="{F909D097-8B37-48B2-8AE6-F9EE23A22B53}" sibTransId="{4A8B40FF-4F55-446D-A6D6-6EEB3F4098D1}"/>
    <dgm:cxn modelId="{A3431444-64BE-42A1-B200-4C7D2F22F727}" srcId="{29B80E89-0512-4837-B96F-F0CA20998524}" destId="{7FD6E845-1E95-4FE6-92E7-E0E39AF4970B}" srcOrd="0" destOrd="0" parTransId="{122DB474-C9D1-432F-A16A-0502836458C5}" sibTransId="{82114389-6F7C-4C1A-AD85-E7133ED41A2B}"/>
    <dgm:cxn modelId="{F2AA1248-428A-468B-A23D-460C4AA9BE87}" type="presOf" srcId="{324581B7-4735-418F-A1CE-2342492D44D5}" destId="{5CF62BAA-4F8D-49BA-9F40-2BC3F8B1F9A5}" srcOrd="1" destOrd="0" presId="urn:microsoft.com/office/officeart/2005/8/layout/matrix1"/>
    <dgm:cxn modelId="{97E8E36C-0107-46ED-985F-E73F78E76A94}" type="presOf" srcId="{29B80E89-0512-4837-B96F-F0CA20998524}" destId="{532E23FB-E1F7-4E02-A9D3-C7AB60C29A79}" srcOrd="0" destOrd="0" presId="urn:microsoft.com/office/officeart/2005/8/layout/matrix1"/>
    <dgm:cxn modelId="{88A6737D-DEF0-43A9-A228-AC052A9AFF67}" type="presOf" srcId="{B647B55D-6651-4C58-BE43-AD7050B10BD7}" destId="{EDBA9DB1-625E-4C8E-B5BF-222D137445BE}" srcOrd="1" destOrd="0" presId="urn:microsoft.com/office/officeart/2005/8/layout/matrix1"/>
    <dgm:cxn modelId="{A79E9F89-7E3C-4750-AEA5-0232D5CBBFF0}" type="presOf" srcId="{CF2C5735-241B-4E78-8A54-29DD6345108C}" destId="{D437E99D-26FF-4079-BEB1-4CA06C0D0DBA}" srcOrd="0" destOrd="0" presId="urn:microsoft.com/office/officeart/2005/8/layout/matrix1"/>
    <dgm:cxn modelId="{8525269C-047F-4441-B7C5-CD10E889C890}" srcId="{29B80E89-0512-4837-B96F-F0CA20998524}" destId="{E18A9012-BDB1-4149-A990-45436D986A63}" srcOrd="3" destOrd="0" parTransId="{24E77664-D002-4FC6-86E9-193FE4D65D4C}" sibTransId="{C87D89B2-DAC4-4032-B28C-9DF1DE4839A8}"/>
    <dgm:cxn modelId="{5779C2B3-037D-4167-B19B-15485A244EDE}" srcId="{CF2C5735-241B-4E78-8A54-29DD6345108C}" destId="{29B80E89-0512-4837-B96F-F0CA20998524}" srcOrd="0" destOrd="0" parTransId="{64E167F3-F1EE-4C38-8267-4925A77408B6}" sibTransId="{FEEA5A54-3A00-4A0E-B8B6-D356E063B39F}"/>
    <dgm:cxn modelId="{621171B8-0344-4FE6-8619-E5E6C63F9E8E}" type="presOf" srcId="{324581B7-4735-418F-A1CE-2342492D44D5}" destId="{9A92CDF4-8F41-4570-A3A5-7B5FC9E4F544}" srcOrd="0" destOrd="0" presId="urn:microsoft.com/office/officeart/2005/8/layout/matrix1"/>
    <dgm:cxn modelId="{B481AEF2-278B-4F4C-B8E0-7C7E246455C1}" type="presOf" srcId="{7FD6E845-1E95-4FE6-92E7-E0E39AF4970B}" destId="{AC642045-8AE6-4CF5-BCC0-93F1CC1E98E6}" srcOrd="0" destOrd="0" presId="urn:microsoft.com/office/officeart/2005/8/layout/matrix1"/>
    <dgm:cxn modelId="{726F7D9A-B5F0-4999-B397-5D1DE11998A9}" type="presParOf" srcId="{D437E99D-26FF-4079-BEB1-4CA06C0D0DBA}" destId="{E1909A2D-9BA4-4BDF-9D92-1321C466FC67}" srcOrd="0" destOrd="0" presId="urn:microsoft.com/office/officeart/2005/8/layout/matrix1"/>
    <dgm:cxn modelId="{50870570-C1D8-4990-8B8C-8DD5DBF78BF8}" type="presParOf" srcId="{E1909A2D-9BA4-4BDF-9D92-1321C466FC67}" destId="{AC642045-8AE6-4CF5-BCC0-93F1CC1E98E6}" srcOrd="0" destOrd="0" presId="urn:microsoft.com/office/officeart/2005/8/layout/matrix1"/>
    <dgm:cxn modelId="{F181EBAB-5FC4-423A-9723-3DB9E5808D24}" type="presParOf" srcId="{E1909A2D-9BA4-4BDF-9D92-1321C466FC67}" destId="{2ACAAFDD-A7A4-4DF4-A3AB-C0F7FBB7E31B}" srcOrd="1" destOrd="0" presId="urn:microsoft.com/office/officeart/2005/8/layout/matrix1"/>
    <dgm:cxn modelId="{03F698CC-BC65-4AA1-8E25-8E6FE335ECA7}" type="presParOf" srcId="{E1909A2D-9BA4-4BDF-9D92-1321C466FC67}" destId="{5F40FD38-4FC6-43C5-AA8F-15C23974F7B5}" srcOrd="2" destOrd="0" presId="urn:microsoft.com/office/officeart/2005/8/layout/matrix1"/>
    <dgm:cxn modelId="{6F769B36-9E48-4921-A98C-D10260AF3A6F}" type="presParOf" srcId="{E1909A2D-9BA4-4BDF-9D92-1321C466FC67}" destId="{EDBA9DB1-625E-4C8E-B5BF-222D137445BE}" srcOrd="3" destOrd="0" presId="urn:microsoft.com/office/officeart/2005/8/layout/matrix1"/>
    <dgm:cxn modelId="{91F5E198-FC24-4C56-9876-26522BEF151D}" type="presParOf" srcId="{E1909A2D-9BA4-4BDF-9D92-1321C466FC67}" destId="{9A92CDF4-8F41-4570-A3A5-7B5FC9E4F544}" srcOrd="4" destOrd="0" presId="urn:microsoft.com/office/officeart/2005/8/layout/matrix1"/>
    <dgm:cxn modelId="{F44F5938-78D0-4184-84A2-01B62F9D4095}" type="presParOf" srcId="{E1909A2D-9BA4-4BDF-9D92-1321C466FC67}" destId="{5CF62BAA-4F8D-49BA-9F40-2BC3F8B1F9A5}" srcOrd="5" destOrd="0" presId="urn:microsoft.com/office/officeart/2005/8/layout/matrix1"/>
    <dgm:cxn modelId="{A9120FC9-00D0-4208-9853-86BA12A94F26}" type="presParOf" srcId="{E1909A2D-9BA4-4BDF-9D92-1321C466FC67}" destId="{46EB9CB9-D026-4EFC-8740-14FB80B62A05}" srcOrd="6" destOrd="0" presId="urn:microsoft.com/office/officeart/2005/8/layout/matrix1"/>
    <dgm:cxn modelId="{4C0A793F-2863-409F-8E0F-8D946615517F}" type="presParOf" srcId="{E1909A2D-9BA4-4BDF-9D92-1321C466FC67}" destId="{6F635F97-1125-4372-93CB-3B6F76C0C296}" srcOrd="7" destOrd="0" presId="urn:microsoft.com/office/officeart/2005/8/layout/matrix1"/>
    <dgm:cxn modelId="{83872AC8-B5D6-445E-BB99-61760332F551}" type="presParOf" srcId="{D437E99D-26FF-4079-BEB1-4CA06C0D0DBA}" destId="{532E23FB-E1F7-4E02-A9D3-C7AB60C29A79}" srcOrd="1" destOrd="0" presId="urn:microsoft.com/office/officeart/2005/8/layout/matrix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A8A153D-8E2F-4D37-9776-AE917E0C53B6}">
      <dsp:nvSpPr>
        <dsp:cNvPr id="0" name=""/>
        <dsp:cNvSpPr/>
      </dsp:nvSpPr>
      <dsp:spPr>
        <a:xfrm>
          <a:off x="2965323" y="394744"/>
          <a:ext cx="5101316" cy="5101316"/>
        </a:xfrm>
        <a:prstGeom prst="pie">
          <a:avLst>
            <a:gd name="adj1" fmla="val 16200000"/>
            <a:gd name="adj2" fmla="val 1800000"/>
          </a:avLst>
        </a:prstGeom>
        <a:solidFill>
          <a:schemeClr val="accent3">
            <a:shade val="50000"/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ru-RU" sz="2400" b="1" i="0" kern="1200" dirty="0"/>
            <a:t>Вдохновение:</a:t>
          </a:r>
          <a:r>
            <a:rPr lang="ru-RU" sz="2400" b="0" i="0" kern="1200" dirty="0"/>
            <a:t> Галерея, эскизы, лента.</a:t>
          </a:r>
          <a:endParaRPr lang="ru-RU" sz="2400" kern="1200" dirty="0"/>
        </a:p>
      </dsp:txBody>
      <dsp:txXfrm>
        <a:off x="5653838" y="1475738"/>
        <a:ext cx="1821898" cy="1518249"/>
      </dsp:txXfrm>
    </dsp:sp>
    <dsp:sp modelId="{055C692A-919C-4555-829D-71C92595D58F}">
      <dsp:nvSpPr>
        <dsp:cNvPr id="0" name=""/>
        <dsp:cNvSpPr/>
      </dsp:nvSpPr>
      <dsp:spPr>
        <a:xfrm>
          <a:off x="2860260" y="576934"/>
          <a:ext cx="5101316" cy="5101316"/>
        </a:xfrm>
        <a:prstGeom prst="pie">
          <a:avLst>
            <a:gd name="adj1" fmla="val 1800000"/>
            <a:gd name="adj2" fmla="val 9000000"/>
          </a:avLst>
        </a:prstGeom>
        <a:solidFill>
          <a:schemeClr val="accent3">
            <a:shade val="50000"/>
            <a:hueOff val="-95556"/>
            <a:satOff val="-5449"/>
            <a:lumOff val="29204"/>
            <a:alphaOff val="0"/>
          </a:schemeClr>
        </a:solidFill>
        <a:ln w="34925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ru-RU" sz="2400" b="1" i="0" kern="1200" dirty="0"/>
            <a:t>Поиск:</a:t>
          </a:r>
          <a:r>
            <a:rPr lang="ru-RU" sz="2400" b="0" i="0" kern="1200" dirty="0"/>
            <a:t> Умный поиск, карта, фильтры.</a:t>
          </a:r>
          <a:endParaRPr lang="ru-RU" sz="2400" kern="1200" dirty="0"/>
        </a:p>
      </dsp:txBody>
      <dsp:txXfrm>
        <a:off x="4074859" y="3886717"/>
        <a:ext cx="2732848" cy="1336059"/>
      </dsp:txXfrm>
    </dsp:sp>
    <dsp:sp modelId="{BDC7A16D-901B-4C3C-92C1-C6BF360AB429}">
      <dsp:nvSpPr>
        <dsp:cNvPr id="0" name=""/>
        <dsp:cNvSpPr/>
      </dsp:nvSpPr>
      <dsp:spPr>
        <a:xfrm>
          <a:off x="2755197" y="394744"/>
          <a:ext cx="5101316" cy="5101316"/>
        </a:xfrm>
        <a:prstGeom prst="pie">
          <a:avLst>
            <a:gd name="adj1" fmla="val 9000000"/>
            <a:gd name="adj2" fmla="val 16200000"/>
          </a:avLst>
        </a:prstGeom>
        <a:solidFill>
          <a:schemeClr val="accent3">
            <a:shade val="50000"/>
            <a:hueOff val="-95556"/>
            <a:satOff val="-5449"/>
            <a:lumOff val="29204"/>
            <a:alphaOff val="0"/>
          </a:schemeClr>
        </a:solidFill>
        <a:ln w="34925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ru-RU" sz="2400" b="1" i="0" kern="1200" dirty="0"/>
            <a:t>Реализация:</a:t>
          </a:r>
          <a:r>
            <a:rPr lang="ru-RU" sz="2400" b="0" i="0" kern="1200" dirty="0"/>
            <a:t> Мастера, запись, сообщество.</a:t>
          </a:r>
          <a:endParaRPr lang="ru-RU" sz="2400" kern="1200" dirty="0"/>
        </a:p>
      </dsp:txBody>
      <dsp:txXfrm>
        <a:off x="3346100" y="1475738"/>
        <a:ext cx="1821898" cy="1518249"/>
      </dsp:txXfrm>
    </dsp:sp>
    <dsp:sp modelId="{07AB4CD0-A92F-4DAE-9DAE-1994103B7D0B}">
      <dsp:nvSpPr>
        <dsp:cNvPr id="0" name=""/>
        <dsp:cNvSpPr/>
      </dsp:nvSpPr>
      <dsp:spPr>
        <a:xfrm>
          <a:off x="2649948" y="78948"/>
          <a:ext cx="5732908" cy="5732908"/>
        </a:xfrm>
        <a:prstGeom prst="circularArrow">
          <a:avLst>
            <a:gd name="adj1" fmla="val 5085"/>
            <a:gd name="adj2" fmla="val 327528"/>
            <a:gd name="adj3" fmla="val 1472472"/>
            <a:gd name="adj4" fmla="val 16199432"/>
            <a:gd name="adj5" fmla="val 5932"/>
          </a:avLst>
        </a:prstGeom>
        <a:solidFill>
          <a:schemeClr val="accent3">
            <a:shade val="9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2FD3085-A2BC-4418-9038-674CF82C23FC}">
      <dsp:nvSpPr>
        <dsp:cNvPr id="0" name=""/>
        <dsp:cNvSpPr/>
      </dsp:nvSpPr>
      <dsp:spPr>
        <a:xfrm>
          <a:off x="2544464" y="260816"/>
          <a:ext cx="5732908" cy="5732908"/>
        </a:xfrm>
        <a:prstGeom prst="circularArrow">
          <a:avLst>
            <a:gd name="adj1" fmla="val 5085"/>
            <a:gd name="adj2" fmla="val 327528"/>
            <a:gd name="adj3" fmla="val 8671970"/>
            <a:gd name="adj4" fmla="val 1800502"/>
            <a:gd name="adj5" fmla="val 5932"/>
          </a:avLst>
        </a:prstGeom>
        <a:solidFill>
          <a:schemeClr val="accent3">
            <a:shade val="90000"/>
            <a:hueOff val="-98442"/>
            <a:satOff val="-5182"/>
            <a:lumOff val="23744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C7311D5-EA3B-426F-A517-D260C4BEB84B}">
      <dsp:nvSpPr>
        <dsp:cNvPr id="0" name=""/>
        <dsp:cNvSpPr/>
      </dsp:nvSpPr>
      <dsp:spPr>
        <a:xfrm>
          <a:off x="2438980" y="78948"/>
          <a:ext cx="5732908" cy="5732908"/>
        </a:xfrm>
        <a:prstGeom prst="circularArrow">
          <a:avLst>
            <a:gd name="adj1" fmla="val 5085"/>
            <a:gd name="adj2" fmla="val 327528"/>
            <a:gd name="adj3" fmla="val 15873039"/>
            <a:gd name="adj4" fmla="val 9000000"/>
            <a:gd name="adj5" fmla="val 5932"/>
          </a:avLst>
        </a:prstGeom>
        <a:solidFill>
          <a:schemeClr val="accent3">
            <a:shade val="90000"/>
            <a:hueOff val="-98442"/>
            <a:satOff val="-5182"/>
            <a:lumOff val="23744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4C15E4B-34CE-4A1B-9CD3-BD75EACD4A29}">
      <dsp:nvSpPr>
        <dsp:cNvPr id="0" name=""/>
        <dsp:cNvSpPr/>
      </dsp:nvSpPr>
      <dsp:spPr>
        <a:xfrm>
          <a:off x="5407684" y="2230398"/>
          <a:ext cx="3825976" cy="66401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32006"/>
              </a:lnTo>
              <a:lnTo>
                <a:pt x="3825976" y="332006"/>
              </a:lnTo>
              <a:lnTo>
                <a:pt x="3825976" y="664012"/>
              </a:lnTo>
            </a:path>
          </a:pathLst>
        </a:custGeom>
        <a:noFill/>
        <a:ln w="34925" cap="flat" cmpd="sng" algn="in">
          <a:solidFill>
            <a:schemeClr val="accent3">
              <a:tint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3CFB974-E634-4A97-9021-9FE10C8A5DB8}">
      <dsp:nvSpPr>
        <dsp:cNvPr id="0" name=""/>
        <dsp:cNvSpPr/>
      </dsp:nvSpPr>
      <dsp:spPr>
        <a:xfrm>
          <a:off x="5361963" y="2230398"/>
          <a:ext cx="91440" cy="664012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664012"/>
              </a:lnTo>
            </a:path>
          </a:pathLst>
        </a:custGeom>
        <a:noFill/>
        <a:ln w="34925" cap="flat" cmpd="sng" algn="in">
          <a:solidFill>
            <a:schemeClr val="accent3">
              <a:tint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BA48FBD-2CFD-444C-9905-79DF9CEF3DC3}">
      <dsp:nvSpPr>
        <dsp:cNvPr id="0" name=""/>
        <dsp:cNvSpPr/>
      </dsp:nvSpPr>
      <dsp:spPr>
        <a:xfrm>
          <a:off x="1581707" y="2230398"/>
          <a:ext cx="3825976" cy="664012"/>
        </a:xfrm>
        <a:custGeom>
          <a:avLst/>
          <a:gdLst/>
          <a:ahLst/>
          <a:cxnLst/>
          <a:rect l="0" t="0" r="0" b="0"/>
          <a:pathLst>
            <a:path>
              <a:moveTo>
                <a:pt x="3825976" y="0"/>
              </a:moveTo>
              <a:lnTo>
                <a:pt x="3825976" y="332006"/>
              </a:lnTo>
              <a:lnTo>
                <a:pt x="0" y="332006"/>
              </a:lnTo>
              <a:lnTo>
                <a:pt x="0" y="664012"/>
              </a:lnTo>
            </a:path>
          </a:pathLst>
        </a:custGeom>
        <a:noFill/>
        <a:ln w="34925" cap="flat" cmpd="sng" algn="in">
          <a:solidFill>
            <a:schemeClr val="accent3">
              <a:tint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8540058-ACCB-4805-AAD9-3BFD421016B9}">
      <dsp:nvSpPr>
        <dsp:cNvPr id="0" name=""/>
        <dsp:cNvSpPr/>
      </dsp:nvSpPr>
      <dsp:spPr>
        <a:xfrm>
          <a:off x="3826702" y="649416"/>
          <a:ext cx="3161963" cy="1580981"/>
        </a:xfrm>
        <a:prstGeom prst="rect">
          <a:avLst/>
        </a:prstGeom>
        <a:solidFill>
          <a:schemeClr val="accent3">
            <a:alpha val="80000"/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600" b="0" i="0" kern="1200" dirty="0"/>
            <a:t>Экран смартфона с </a:t>
          </a:r>
          <a:r>
            <a:rPr lang="ru-RU" sz="2600" b="1" i="0" kern="1200" dirty="0"/>
            <a:t>строкой поиска</a:t>
          </a:r>
          <a:r>
            <a:rPr lang="ru-RU" sz="2600" b="0" i="0" kern="1200" dirty="0"/>
            <a:t>, где написано: Японский дракон на руке.</a:t>
          </a:r>
          <a:endParaRPr lang="ru-RU" sz="2600" kern="1200" dirty="0"/>
        </a:p>
      </dsp:txBody>
      <dsp:txXfrm>
        <a:off x="3826702" y="649416"/>
        <a:ext cx="3161963" cy="1580981"/>
      </dsp:txXfrm>
    </dsp:sp>
    <dsp:sp modelId="{09EB5F4F-5954-4984-8C0C-E2854C786DA1}">
      <dsp:nvSpPr>
        <dsp:cNvPr id="0" name=""/>
        <dsp:cNvSpPr/>
      </dsp:nvSpPr>
      <dsp:spPr>
        <a:xfrm>
          <a:off x="726" y="2894410"/>
          <a:ext cx="3161963" cy="1580981"/>
        </a:xfrm>
        <a:prstGeom prst="rect">
          <a:avLst/>
        </a:prstGeom>
        <a:solidFill>
          <a:schemeClr val="accent3">
            <a:alpha val="70000"/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ru-RU" sz="2600" b="1" i="0" kern="1200" dirty="0"/>
            <a:t>Эскизы:</a:t>
          </a:r>
          <a:r>
            <a:rPr lang="ru-RU" sz="2600" b="0" i="0" kern="1200" dirty="0"/>
            <a:t> миниатюра рисунка дракона.</a:t>
          </a:r>
          <a:endParaRPr lang="ru-RU" sz="2600" kern="1200" dirty="0"/>
        </a:p>
      </dsp:txBody>
      <dsp:txXfrm>
        <a:off x="726" y="2894410"/>
        <a:ext cx="3161963" cy="1580981"/>
      </dsp:txXfrm>
    </dsp:sp>
    <dsp:sp modelId="{08EF6D90-B0EF-4824-B3D5-CEF5D48595BE}">
      <dsp:nvSpPr>
        <dsp:cNvPr id="0" name=""/>
        <dsp:cNvSpPr/>
      </dsp:nvSpPr>
      <dsp:spPr>
        <a:xfrm>
          <a:off x="3826702" y="2894410"/>
          <a:ext cx="3161963" cy="1580981"/>
        </a:xfrm>
        <a:prstGeom prst="rect">
          <a:avLst/>
        </a:prstGeom>
        <a:solidFill>
          <a:schemeClr val="accent3">
            <a:alpha val="70000"/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ru-RU" sz="2600" b="1" i="0" kern="1200" dirty="0"/>
            <a:t>На теле:</a:t>
          </a:r>
          <a:r>
            <a:rPr lang="ru-RU" sz="2600" b="0" i="0" kern="1200" dirty="0"/>
            <a:t> миниатюра фото тату на предплечье.</a:t>
          </a:r>
          <a:endParaRPr lang="ru-RU" sz="2600" kern="1200" dirty="0"/>
        </a:p>
      </dsp:txBody>
      <dsp:txXfrm>
        <a:off x="3826702" y="2894410"/>
        <a:ext cx="3161963" cy="1580981"/>
      </dsp:txXfrm>
    </dsp:sp>
    <dsp:sp modelId="{54C897A2-099E-4569-874D-C5551FF24F7F}">
      <dsp:nvSpPr>
        <dsp:cNvPr id="0" name=""/>
        <dsp:cNvSpPr/>
      </dsp:nvSpPr>
      <dsp:spPr>
        <a:xfrm>
          <a:off x="7652678" y="2894410"/>
          <a:ext cx="3161963" cy="1580981"/>
        </a:xfrm>
        <a:prstGeom prst="rect">
          <a:avLst/>
        </a:prstGeom>
        <a:solidFill>
          <a:schemeClr val="accent3">
            <a:alpha val="70000"/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ru-RU" sz="2600" b="1" i="0" kern="1200" dirty="0"/>
            <a:t>Мастера:</a:t>
          </a:r>
          <a:r>
            <a:rPr lang="ru-RU" sz="2600" b="0" i="0" kern="1200" dirty="0"/>
            <a:t> аватарка и имя.</a:t>
          </a:r>
          <a:endParaRPr lang="ru-RU" sz="2600" kern="1200" dirty="0"/>
        </a:p>
      </dsp:txBody>
      <dsp:txXfrm>
        <a:off x="7652678" y="2894410"/>
        <a:ext cx="3161963" cy="158098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A2A917C-6979-45D3-8B40-46D420E35B67}">
      <dsp:nvSpPr>
        <dsp:cNvPr id="0" name=""/>
        <dsp:cNvSpPr/>
      </dsp:nvSpPr>
      <dsp:spPr>
        <a:xfrm>
          <a:off x="0" y="0"/>
          <a:ext cx="3581400" cy="3581400"/>
        </a:xfrm>
        <a:prstGeom prst="pie">
          <a:avLst>
            <a:gd name="adj1" fmla="val 5400000"/>
            <a:gd name="adj2" fmla="val 16200000"/>
          </a:avLst>
        </a:prstGeom>
        <a:solidFill>
          <a:schemeClr val="accent3">
            <a:shade val="80000"/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F499A8A-B37B-49AC-8A45-7D64EF7EF1FE}">
      <dsp:nvSpPr>
        <dsp:cNvPr id="0" name=""/>
        <dsp:cNvSpPr/>
      </dsp:nvSpPr>
      <dsp:spPr>
        <a:xfrm>
          <a:off x="1790700" y="0"/>
          <a:ext cx="7810499" cy="3581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900" b="1" i="0" kern="1200" dirty="0"/>
            <a:t>Структурированная информация:</a:t>
          </a:r>
          <a:endParaRPr lang="ru-RU" sz="2900" kern="1200" dirty="0"/>
        </a:p>
      </dsp:txBody>
      <dsp:txXfrm>
        <a:off x="1790700" y="0"/>
        <a:ext cx="3905249" cy="1701165"/>
      </dsp:txXfrm>
    </dsp:sp>
    <dsp:sp modelId="{411FF156-7D91-4C93-99EC-2EF6073DD2FE}">
      <dsp:nvSpPr>
        <dsp:cNvPr id="0" name=""/>
        <dsp:cNvSpPr/>
      </dsp:nvSpPr>
      <dsp:spPr>
        <a:xfrm>
          <a:off x="948742" y="1880229"/>
          <a:ext cx="1701165" cy="1701165"/>
        </a:xfrm>
        <a:prstGeom prst="pie">
          <a:avLst>
            <a:gd name="adj1" fmla="val 5400000"/>
            <a:gd name="adj2" fmla="val 16200000"/>
          </a:avLst>
        </a:prstGeom>
        <a:solidFill>
          <a:schemeClr val="accent3">
            <a:shade val="80000"/>
            <a:hueOff val="-122572"/>
            <a:satOff val="-6807"/>
            <a:lumOff val="27256"/>
            <a:alphaOff val="0"/>
          </a:schemeClr>
        </a:solidFill>
        <a:ln w="34925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1F756CE-A370-4611-B7DC-3AAE2757AC51}">
      <dsp:nvSpPr>
        <dsp:cNvPr id="0" name=""/>
        <dsp:cNvSpPr/>
      </dsp:nvSpPr>
      <dsp:spPr>
        <a:xfrm>
          <a:off x="1790700" y="1880229"/>
          <a:ext cx="7810499" cy="170116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accent3">
              <a:shade val="80000"/>
              <a:hueOff val="-122572"/>
              <a:satOff val="-6807"/>
              <a:lumOff val="2725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ru-RU" sz="2900" b="1" i="0" kern="1200" dirty="0"/>
            <a:t>Постоянный источник новых идей и трендов</a:t>
          </a:r>
          <a:endParaRPr lang="ru-RU" sz="2900" kern="1200" dirty="0"/>
        </a:p>
      </dsp:txBody>
      <dsp:txXfrm>
        <a:off x="1790700" y="1880229"/>
        <a:ext cx="3905249" cy="1701165"/>
      </dsp:txXfrm>
    </dsp:sp>
    <dsp:sp modelId="{E42EBF2B-294C-44FD-B781-9BAC9DED70A8}">
      <dsp:nvSpPr>
        <dsp:cNvPr id="0" name=""/>
        <dsp:cNvSpPr/>
      </dsp:nvSpPr>
      <dsp:spPr>
        <a:xfrm>
          <a:off x="5695949" y="114301"/>
          <a:ext cx="3905249" cy="1701165"/>
        </a:xfrm>
        <a:prstGeom prst="rect">
          <a:avLst/>
        </a:prstGeom>
        <a:noFill/>
        <a:ln w="34925" cap="flat" cmpd="sng" algn="in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ru-RU" sz="2400" b="0" i="0" kern="1200" dirty="0"/>
            <a:t>Стиль </a:t>
          </a:r>
          <a:endParaRPr lang="ru-RU" sz="2400" kern="1200" dirty="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ru-RU" sz="2400" b="0" i="0" kern="1200" dirty="0"/>
            <a:t>Мастер и студия</a:t>
          </a:r>
          <a:endParaRPr lang="ru-RU" sz="2400" kern="1200" dirty="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ru-RU" sz="2400" b="0" i="0" kern="1200" dirty="0"/>
            <a:t>Часть тела</a:t>
          </a:r>
          <a:endParaRPr lang="ru-RU" sz="2400" kern="1200" dirty="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ru-RU" sz="2400" b="0" i="0" kern="1200" dirty="0"/>
            <a:t>Теги </a:t>
          </a:r>
          <a:endParaRPr lang="ru-RU" sz="2400" kern="1200" dirty="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ru-RU" sz="2400" b="0" i="0" kern="1200" dirty="0"/>
            <a:t>Лайки </a:t>
          </a:r>
          <a:endParaRPr lang="ru-RU" sz="2400" kern="1200" dirty="0"/>
        </a:p>
      </dsp:txBody>
      <dsp:txXfrm>
        <a:off x="5695949" y="114301"/>
        <a:ext cx="3905249" cy="170116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0092067-D04D-4937-9822-E6DCC0979EF2}">
      <dsp:nvSpPr>
        <dsp:cNvPr id="0" name=""/>
        <dsp:cNvSpPr/>
      </dsp:nvSpPr>
      <dsp:spPr>
        <a:xfrm rot="5400000">
          <a:off x="4169290" y="151523"/>
          <a:ext cx="2293801" cy="1995607"/>
        </a:xfrm>
        <a:prstGeom prst="hexagon">
          <a:avLst>
            <a:gd name="adj" fmla="val 25000"/>
            <a:gd name="vf" fmla="val 115470"/>
          </a:avLst>
        </a:prstGeom>
        <a:solidFill>
          <a:schemeClr val="accent3">
            <a:alpha val="90000"/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b="1" i="0" kern="1200" dirty="0"/>
            <a:t>Стиль</a:t>
          </a:r>
          <a:endParaRPr lang="ru-RU" sz="1800" kern="1200" dirty="0"/>
        </a:p>
      </dsp:txBody>
      <dsp:txXfrm rot="-5400000">
        <a:off x="4629369" y="359877"/>
        <a:ext cx="1373643" cy="1578899"/>
      </dsp:txXfrm>
    </dsp:sp>
    <dsp:sp modelId="{FFD49004-90E1-4F42-BCCF-12BDD7AB353F}">
      <dsp:nvSpPr>
        <dsp:cNvPr id="0" name=""/>
        <dsp:cNvSpPr/>
      </dsp:nvSpPr>
      <dsp:spPr>
        <a:xfrm>
          <a:off x="6474686" y="286468"/>
          <a:ext cx="3713109" cy="15440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b="0" i="0" kern="1200" dirty="0"/>
            <a:t>Индустриальная эстетика, минимализм. Акценты на чёрном, белом, сером. Яркие цвета — только в работах.</a:t>
          </a:r>
          <a:endParaRPr lang="ru-RU" sz="1800" kern="1200" dirty="0"/>
        </a:p>
      </dsp:txBody>
      <dsp:txXfrm>
        <a:off x="6474686" y="286468"/>
        <a:ext cx="3713109" cy="1544077"/>
      </dsp:txXfrm>
    </dsp:sp>
    <dsp:sp modelId="{A2C429E9-6B82-42E9-B2F1-74C637E8939F}">
      <dsp:nvSpPr>
        <dsp:cNvPr id="0" name=""/>
        <dsp:cNvSpPr/>
      </dsp:nvSpPr>
      <dsp:spPr>
        <a:xfrm rot="5400000">
          <a:off x="2014034" y="151523"/>
          <a:ext cx="2293801" cy="1995607"/>
        </a:xfrm>
        <a:prstGeom prst="hexagon">
          <a:avLst>
            <a:gd name="adj" fmla="val 25000"/>
            <a:gd name="vf" fmla="val 115470"/>
          </a:avLst>
        </a:prstGeom>
        <a:solidFill>
          <a:schemeClr val="accent3">
            <a:alpha val="90000"/>
            <a:hueOff val="0"/>
            <a:satOff val="0"/>
            <a:lumOff val="0"/>
            <a:alphaOff val="-13333"/>
          </a:schemeClr>
        </a:solidFill>
        <a:ln w="34925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3600" kern="1200"/>
        </a:p>
      </dsp:txBody>
      <dsp:txXfrm rot="-5400000">
        <a:off x="2474113" y="359877"/>
        <a:ext cx="1373643" cy="1578899"/>
      </dsp:txXfrm>
    </dsp:sp>
    <dsp:sp modelId="{8A88DC71-61CE-4928-A57D-CC9512EE6158}">
      <dsp:nvSpPr>
        <dsp:cNvPr id="0" name=""/>
        <dsp:cNvSpPr/>
      </dsp:nvSpPr>
      <dsp:spPr>
        <a:xfrm rot="5400000">
          <a:off x="3099021" y="2083455"/>
          <a:ext cx="2293801" cy="1995607"/>
        </a:xfrm>
        <a:prstGeom prst="hexagon">
          <a:avLst>
            <a:gd name="adj" fmla="val 25000"/>
            <a:gd name="vf" fmla="val 115470"/>
          </a:avLst>
        </a:prstGeom>
        <a:solidFill>
          <a:schemeClr val="accent3">
            <a:alpha val="90000"/>
            <a:hueOff val="0"/>
            <a:satOff val="0"/>
            <a:lumOff val="0"/>
            <a:alphaOff val="-26667"/>
          </a:schemeClr>
        </a:solidFill>
        <a:ln w="34925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b="1" i="0" kern="1200" dirty="0"/>
            <a:t>Адаптивные темы</a:t>
          </a:r>
          <a:endParaRPr lang="ru-RU" sz="1800" kern="1200" dirty="0"/>
        </a:p>
      </dsp:txBody>
      <dsp:txXfrm rot="-5400000">
        <a:off x="3559100" y="2291809"/>
        <a:ext cx="1373643" cy="1578899"/>
      </dsp:txXfrm>
    </dsp:sp>
    <dsp:sp modelId="{4019E76E-191F-4B05-B120-7EDB43AC28A4}">
      <dsp:nvSpPr>
        <dsp:cNvPr id="0" name=""/>
        <dsp:cNvSpPr/>
      </dsp:nvSpPr>
      <dsp:spPr>
        <a:xfrm>
          <a:off x="273397" y="2695347"/>
          <a:ext cx="2949752" cy="7405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ru-RU" sz="1800" b="0" i="0" kern="1200" dirty="0"/>
            <a:t>Темная тема, Светлая тема</a:t>
          </a:r>
          <a:endParaRPr lang="ru-RU" sz="1800" b="0" kern="1200" dirty="0"/>
        </a:p>
      </dsp:txBody>
      <dsp:txXfrm>
        <a:off x="273397" y="2695347"/>
        <a:ext cx="2949752" cy="740563"/>
      </dsp:txXfrm>
    </dsp:sp>
    <dsp:sp modelId="{AEB35742-C8EC-4362-8463-FF3B324F13D7}">
      <dsp:nvSpPr>
        <dsp:cNvPr id="0" name=""/>
        <dsp:cNvSpPr/>
      </dsp:nvSpPr>
      <dsp:spPr>
        <a:xfrm rot="5400000">
          <a:off x="5304227" y="2074830"/>
          <a:ext cx="2293801" cy="1995607"/>
        </a:xfrm>
        <a:prstGeom prst="hexagon">
          <a:avLst>
            <a:gd name="adj" fmla="val 25000"/>
            <a:gd name="vf" fmla="val 115470"/>
          </a:avLst>
        </a:prstGeom>
        <a:solidFill>
          <a:schemeClr val="accent3">
            <a:alpha val="90000"/>
            <a:hueOff val="0"/>
            <a:satOff val="0"/>
            <a:lumOff val="0"/>
            <a:alphaOff val="-40000"/>
          </a:schemeClr>
        </a:solidFill>
        <a:ln w="34925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3600" kern="1200"/>
        </a:p>
      </dsp:txBody>
      <dsp:txXfrm rot="-5400000">
        <a:off x="5764306" y="2283184"/>
        <a:ext cx="1373643" cy="1578899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C642045-8AE6-4CF5-BCC0-93F1CC1E98E6}">
      <dsp:nvSpPr>
        <dsp:cNvPr id="0" name=""/>
        <dsp:cNvSpPr/>
      </dsp:nvSpPr>
      <dsp:spPr>
        <a:xfrm rot="16200000">
          <a:off x="614471" y="-614471"/>
          <a:ext cx="2502183" cy="3731125"/>
        </a:xfrm>
        <a:prstGeom prst="round1Rect">
          <a:avLst/>
        </a:prstGeom>
        <a:solidFill>
          <a:schemeClr val="accent3">
            <a:shade val="50000"/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3144" tIns="263144" rIns="263144" bIns="263144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b="1" i="0" kern="1200" dirty="0"/>
            <a:t>Android Studio</a:t>
          </a:r>
          <a:endParaRPr lang="ru-RU" sz="3700" b="1" i="0" kern="1200" dirty="0"/>
        </a:p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b="0" i="0" kern="1200" dirty="0"/>
            <a:t>Официальная среда для быстрой и качественной разработки.</a:t>
          </a:r>
          <a:endParaRPr lang="ru-RU" sz="2000" kern="1200" dirty="0"/>
        </a:p>
      </dsp:txBody>
      <dsp:txXfrm rot="5400000">
        <a:off x="-1" y="1"/>
        <a:ext cx="3731125" cy="1876637"/>
      </dsp:txXfrm>
    </dsp:sp>
    <dsp:sp modelId="{5F40FD38-4FC6-43C5-AA8F-15C23974F7B5}">
      <dsp:nvSpPr>
        <dsp:cNvPr id="0" name=""/>
        <dsp:cNvSpPr/>
      </dsp:nvSpPr>
      <dsp:spPr>
        <a:xfrm>
          <a:off x="3731125" y="0"/>
          <a:ext cx="3731125" cy="2502183"/>
        </a:xfrm>
        <a:prstGeom prst="round1Rect">
          <a:avLst/>
        </a:prstGeom>
        <a:solidFill>
          <a:schemeClr val="accent3">
            <a:shade val="50000"/>
            <a:hueOff val="-71667"/>
            <a:satOff val="-4087"/>
            <a:lumOff val="21903"/>
            <a:alphaOff val="0"/>
          </a:schemeClr>
        </a:solidFill>
        <a:ln w="34925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3144" tIns="263144" rIns="263144" bIns="263144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b="1" i="0" kern="1200" dirty="0"/>
            <a:t>Kotlin</a:t>
          </a:r>
          <a:endParaRPr lang="ru-RU" sz="3700" b="1" i="0" kern="1200" dirty="0"/>
        </a:p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b="0" i="0" kern="1200" dirty="0"/>
            <a:t>Современный, безопасный и выразительный язык для создания логики приложения.</a:t>
          </a:r>
          <a:endParaRPr lang="ru-RU" sz="2000" kern="1200" dirty="0"/>
        </a:p>
      </dsp:txBody>
      <dsp:txXfrm>
        <a:off x="3731125" y="0"/>
        <a:ext cx="3731125" cy="1876637"/>
      </dsp:txXfrm>
    </dsp:sp>
    <dsp:sp modelId="{9A92CDF4-8F41-4570-A3A5-7B5FC9E4F544}">
      <dsp:nvSpPr>
        <dsp:cNvPr id="0" name=""/>
        <dsp:cNvSpPr/>
      </dsp:nvSpPr>
      <dsp:spPr>
        <a:xfrm rot="10800000">
          <a:off x="0" y="2502183"/>
          <a:ext cx="3731125" cy="2502183"/>
        </a:xfrm>
        <a:prstGeom prst="round1Rect">
          <a:avLst/>
        </a:prstGeom>
        <a:solidFill>
          <a:schemeClr val="accent3">
            <a:shade val="50000"/>
            <a:hueOff val="-143334"/>
            <a:satOff val="-8174"/>
            <a:lumOff val="43806"/>
            <a:alphaOff val="0"/>
          </a:schemeClr>
        </a:solidFill>
        <a:ln w="34925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3144" tIns="263144" rIns="263144" bIns="263144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b="1" i="0" kern="1200" dirty="0"/>
            <a:t>Material Design 3</a:t>
          </a:r>
          <a:endParaRPr lang="ru-RU" sz="3700" b="1" i="0" kern="1200" dirty="0"/>
        </a:p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b="0" i="0" kern="1200" dirty="0"/>
            <a:t>Использование актуальных гайдлайнов для интуитивного и красивого интерфейса.</a:t>
          </a:r>
          <a:endParaRPr lang="ru-RU" sz="2000" kern="1200" dirty="0"/>
        </a:p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2000" kern="1200" dirty="0"/>
        </a:p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2000" kern="1200" dirty="0"/>
        </a:p>
      </dsp:txBody>
      <dsp:txXfrm rot="10800000">
        <a:off x="0" y="3127729"/>
        <a:ext cx="3731125" cy="1876637"/>
      </dsp:txXfrm>
    </dsp:sp>
    <dsp:sp modelId="{46EB9CB9-D026-4EFC-8740-14FB80B62A05}">
      <dsp:nvSpPr>
        <dsp:cNvPr id="0" name=""/>
        <dsp:cNvSpPr/>
      </dsp:nvSpPr>
      <dsp:spPr>
        <a:xfrm rot="5400000">
          <a:off x="4345596" y="1887712"/>
          <a:ext cx="2502183" cy="3731125"/>
        </a:xfrm>
        <a:prstGeom prst="round1Rect">
          <a:avLst/>
        </a:prstGeom>
        <a:solidFill>
          <a:schemeClr val="accent3">
            <a:shade val="50000"/>
            <a:hueOff val="-71667"/>
            <a:satOff val="-4087"/>
            <a:lumOff val="21903"/>
            <a:alphaOff val="0"/>
          </a:schemeClr>
        </a:solidFill>
        <a:ln w="34925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3144" tIns="263144" rIns="263144" bIns="263144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b="1" i="0" kern="1200" dirty="0"/>
            <a:t>Room Database</a:t>
          </a:r>
          <a:endParaRPr lang="ru-RU" sz="3700" b="1" i="0" kern="1200" dirty="0"/>
        </a:p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b="0" i="0" kern="1200" dirty="0"/>
            <a:t>Надежное и производительное локальное хранилище для кэширования изображений, списка избранного, данных профиля</a:t>
          </a:r>
        </a:p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1000" kern="1200" dirty="0"/>
        </a:p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1000" kern="1200" dirty="0"/>
        </a:p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1000" kern="1200" dirty="0"/>
        </a:p>
      </dsp:txBody>
      <dsp:txXfrm rot="-5400000">
        <a:off x="3731125" y="3127729"/>
        <a:ext cx="3731125" cy="1876637"/>
      </dsp:txXfrm>
    </dsp:sp>
    <dsp:sp modelId="{532E23FB-E1F7-4E02-A9D3-C7AB60C29A79}">
      <dsp:nvSpPr>
        <dsp:cNvPr id="0" name=""/>
        <dsp:cNvSpPr/>
      </dsp:nvSpPr>
      <dsp:spPr>
        <a:xfrm>
          <a:off x="3581693" y="2481071"/>
          <a:ext cx="298863" cy="42224"/>
        </a:xfrm>
        <a:prstGeom prst="roundRect">
          <a:avLst/>
        </a:prstGeom>
        <a:solidFill>
          <a:schemeClr val="accent3">
            <a:tint val="55000"/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500" kern="1200" dirty="0"/>
        </a:p>
      </dsp:txBody>
      <dsp:txXfrm>
        <a:off x="3583754" y="2483132"/>
        <a:ext cx="294741" cy="3810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8">
  <dgm:title val=""/>
  <dgm:desc val=""/>
  <dgm:catLst>
    <dgm:cat type="cycle" pri="7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clrData>
  <dgm:layoutNode name="compositeShape">
    <dgm:varLst>
      <dgm:chMax val="7"/>
      <dgm:dir/>
      <dgm:resizeHandles val="exact"/>
    </dgm:varLst>
    <dgm:alg type="composite">
      <dgm:param type="horzAlign" val="ctr"/>
      <dgm:param type="vertAlign" val="mid"/>
      <dgm:param type="ar" val="1"/>
    </dgm:alg>
    <dgm:shape xmlns:r="http://schemas.openxmlformats.org/officeDocument/2006/relationships" r:blip="">
      <dgm:adjLst/>
    </dgm:shape>
    <dgm:presOf/>
    <dgm:choose name="Name0">
      <dgm:if name="Name1" axis="ch" ptType="node" func="cnt" op="equ" val="1">
        <dgm:constrLst>
          <dgm:constr type="l" for="ch" forName="wedge1" refType="w" fact="0.08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dummy1a" refType="w" fact="0.5"/>
          <dgm:constr type="t" for="ch" forName="dummy1a" refType="h" fact="0.08"/>
          <dgm:constr type="l" for="ch" forName="dummy1b" refType="w" fact="0.5"/>
          <dgm:constr type="t" for="ch" forName="dummy1b" refType="h" fact="0.08"/>
          <dgm:constr type="l" for="ch" forName="wedge1Tx" refType="w" fact="0.22"/>
          <dgm:constr type="t" for="ch" forName="wedge1Tx" refType="h" fact="0.22"/>
          <dgm:constr type="w" for="ch" forName="wedge1Tx" refType="w" fact="0.56"/>
          <dgm:constr type="h" for="ch" forName="wedge1Tx" refType="h" fact="0.56"/>
          <dgm:constr type="h" for="ch" forName="arrowWedge1single" refType="w" fact="0.08"/>
          <dgm:constr type="diam" for="ch" forName="arrowWedge1single" refType="w" fact="0.84"/>
          <dgm:constr type="l" for="ch" forName="arrowWedge1single" refType="w" fact="0.5"/>
          <dgm:constr type="t" for="ch" forName="arrowWedge1single" refType="w" fact="0.5"/>
          <dgm:constr type="primFontSz" for="ch" ptType="node" op="equ"/>
        </dgm:constrLst>
      </dgm:if>
      <dgm:if name="Name2" axis="ch" ptType="node" func="cnt" op="equ" val="2">
        <dgm:constrLst>
          <dgm:constr type="l" for="ch" forName="wedge1" refType="w" fact="0.1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dummy1a" refType="w" fact="0.52"/>
          <dgm:constr type="t" for="ch" forName="dummy1a" refType="h" fact="0.08"/>
          <dgm:constr type="l" for="ch" forName="dummy1b" refType="w" fact="0.52"/>
          <dgm:constr type="t" for="ch" forName="dummy1b" refType="h" fact="0.92"/>
          <dgm:constr type="l" for="ch" forName="wedge1Tx" refType="w" fact="0.559"/>
          <dgm:constr type="t" for="ch" forName="wedge1Tx" refType="h" fact="0.3"/>
          <dgm:constr type="w" for="ch" forName="wedge1Tx" refType="w" fact="0.3"/>
          <dgm:constr type="h" for="ch" forName="wedge1Tx" refType="h" fact="0.4"/>
          <dgm:constr type="l" for="ch" forName="wedge2" refType="w" fact="0.06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dummy2a" refType="w" fact="0.48"/>
          <dgm:constr type="t" for="ch" forName="dummy2a" refType="h" fact="0.92"/>
          <dgm:constr type="l" for="ch" forName="dummy2b" refType="w" fact="0.48"/>
          <dgm:constr type="t" for="ch" forName="dummy2b" refType="h" fact="0.08"/>
          <dgm:constr type="r" for="ch" forName="wedge2Tx" refType="w" fact="0.441"/>
          <dgm:constr type="t" for="ch" forName="wedge2Tx" refType="h" fact="0.3"/>
          <dgm:constr type="w" for="ch" forName="wedge2Tx" refType="w" fact="0.3"/>
          <dgm:constr type="h" for="ch" forName="wedge2Tx" refType="h" fact="0.4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primFontSz" for="ch" ptType="node" op="equ"/>
        </dgm:constrLst>
      </dgm:if>
      <dgm:if name="Name3" axis="ch" ptType="node" func="cnt" op="equ" val="3">
        <dgm:constrLst>
          <dgm:constr type="l" for="ch" forName="wedge1" refType="w" fact="0.0973"/>
          <dgm:constr type="t" for="ch" forName="wedge1" refType="w" fact="0.07"/>
          <dgm:constr type="w" for="ch" forName="wedge1" refType="w" fact="0.84"/>
          <dgm:constr type="h" for="ch" forName="wedge1" refType="h" fact="0.84"/>
          <dgm:constr type="l" for="ch" forName="dummy1a" refType="w" fact="0.5173"/>
          <dgm:constr type="t" for="ch" forName="dummy1a" refType="h" fact="0.07"/>
          <dgm:constr type="l" for="ch" forName="dummy1b" refType="w" fact="0.8811"/>
          <dgm:constr type="t" for="ch" forName="dummy1b" refType="h" fact="0.7"/>
          <dgm:constr type="l" for="ch" forName="wedge1Tx" refType="w" fact="0.54"/>
          <dgm:constr type="t" for="ch" forName="wedge1Tx" refType="h" fact="0.248"/>
          <dgm:constr type="w" for="ch" forName="wedge1Tx" refType="w" fact="0.3"/>
          <dgm:constr type="h" for="ch" forName="wedge1Tx" refType="h" fact="0.25"/>
          <dgm:constr type="l" for="ch" forName="wedge2" refType="w" fact="0.08"/>
          <dgm:constr type="t" for="ch" forName="wedge2" refType="w" fact="0.1"/>
          <dgm:constr type="w" for="ch" forName="wedge2" refType="w" fact="0.84"/>
          <dgm:constr type="h" for="ch" forName="wedge2" refType="h" fact="0.84"/>
          <dgm:constr type="l" for="ch" forName="dummy2a" refType="w" fact="0.8637"/>
          <dgm:constr type="t" for="ch" forName="dummy2a" refType="h" fact="0.73"/>
          <dgm:constr type="l" for="ch" forName="dummy2b" refType="w" fact="0.1363"/>
          <dgm:constr type="t" for="ch" forName="dummy2b" refType="h" fact="0.73"/>
          <dgm:constr type="l" for="ch" forName="wedge2Tx" refType="w" fact="0.28"/>
          <dgm:constr type="t" for="ch" forName="wedge2Tx" refType="h" fact="0.645"/>
          <dgm:constr type="w" for="ch" forName="wedge2Tx" refType="w" fact="0.45"/>
          <dgm:constr type="h" for="ch" forName="wedge2Tx" refType="h" fact="0.22"/>
          <dgm:constr type="l" for="ch" forName="wedge3" refType="w" fact="0.0627"/>
          <dgm:constr type="t" for="ch" forName="wedge3" refType="w" fact="0.07"/>
          <dgm:constr type="w" for="ch" forName="wedge3" refType="w" fact="0.84"/>
          <dgm:constr type="h" for="ch" forName="wedge3" refType="h" fact="0.84"/>
          <dgm:constr type="l" for="ch" forName="dummy3a" refType="w" fact="0.1189"/>
          <dgm:constr type="t" for="ch" forName="dummy3a" refType="h" fact="0.7"/>
          <dgm:constr type="l" for="ch" forName="dummy3b" refType="w" fact="0.4827"/>
          <dgm:constr type="t" for="ch" forName="dummy3b" refType="h" fact="0.07"/>
          <dgm:constr type="r" for="ch" forName="wedge3Tx" refType="w" fact="0.46"/>
          <dgm:constr type="t" for="ch" forName="wedge3Tx" refType="h" fact="0.248"/>
          <dgm:constr type="w" for="ch" forName="wedge3Tx" refType="w" fact="0.3"/>
          <dgm:constr type="h" for="ch" forName="wedge3Tx" refType="h" fact="0.25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primFontSz" for="ch" ptType="node" op="equ"/>
        </dgm:constrLst>
      </dgm:if>
      <dgm:if name="Name4" axis="ch" ptType="node" func="cnt" op="equ" val="4">
        <dgm:constrLst>
          <dgm:constr type="l" for="ch" forName="wedge1" refType="w" fact="0.0941"/>
          <dgm:constr type="t" for="ch" forName="wedge1" refType="w" fact="0.0659"/>
          <dgm:constr type="w" for="ch" forName="wedge1" refType="w" fact="0.84"/>
          <dgm:constr type="h" for="ch" forName="wedge1" refType="h" fact="0.84"/>
          <dgm:constr type="l" for="ch" forName="dummy1a" refType="w" fact="0.5141"/>
          <dgm:constr type="t" for="ch" forName="dummy1a" refType="h" fact="0.0659"/>
          <dgm:constr type="l" for="ch" forName="dummy1b" refType="w" fact="0.9341"/>
          <dgm:constr type="t" for="ch" forName="dummy1b" refType="h" fact="0.4859"/>
          <dgm:constr type="l" for="ch" forName="wedge1Tx" refType="w" fact="0.54"/>
          <dgm:constr type="t" for="ch" forName="wedge1Tx" refType="h" fact="0.24"/>
          <dgm:constr type="w" for="ch" forName="wedge1Tx" refType="w" fact="0.31"/>
          <dgm:constr type="h" for="ch" forName="wedge1Tx" refType="h" fact="0.23"/>
          <dgm:constr type="l" for="ch" forName="wedge2" refType="w" fact="0.0941"/>
          <dgm:constr type="t" for="ch" forName="wedge2" refType="w" fact="0.0941"/>
          <dgm:constr type="w" for="ch" forName="wedge2" refType="w" fact="0.84"/>
          <dgm:constr type="h" for="ch" forName="wedge2" refType="h" fact="0.84"/>
          <dgm:constr type="l" for="ch" forName="dummy2a" refType="w" fact="0.9341"/>
          <dgm:constr type="t" for="ch" forName="dummy2a" refType="h" fact="0.5141"/>
          <dgm:constr type="l" for="ch" forName="dummy2b" refType="w" fact="0.5141"/>
          <dgm:constr type="t" for="ch" forName="dummy2b" refType="h" fact="0.9341"/>
          <dgm:constr type="l" for="ch" forName="wedge2Tx" refType="w" fact="0.54"/>
          <dgm:constr type="t" for="ch" forName="wedge2Tx" refType="h" fact="0.53"/>
          <dgm:constr type="w" for="ch" forName="wedge2Tx" refType="w" fact="0.31"/>
          <dgm:constr type="h" for="ch" forName="wedge2Tx" refType="h" fact="0.23"/>
          <dgm:constr type="l" for="ch" forName="wedge3" refType="w" fact="0.0659"/>
          <dgm:constr type="t" for="ch" forName="wedge3" refType="w" fact="0.0941"/>
          <dgm:constr type="w" for="ch" forName="wedge3" refType="w" fact="0.84"/>
          <dgm:constr type="h" for="ch" forName="wedge3" refType="h" fact="0.84"/>
          <dgm:constr type="l" for="ch" forName="dummy3a" refType="w" fact="0.4859"/>
          <dgm:constr type="t" for="ch" forName="dummy3a" refType="h" fact="0.9341"/>
          <dgm:constr type="l" for="ch" forName="dummy3b" refType="w" fact="0.0659"/>
          <dgm:constr type="t" for="ch" forName="dummy3b" refType="h" fact="0.5141"/>
          <dgm:constr type="r" for="ch" forName="wedge3Tx" refType="w" fact="0.46"/>
          <dgm:constr type="t" for="ch" forName="wedge3Tx" refType="h" fact="0.53"/>
          <dgm:constr type="w" for="ch" forName="wedge3Tx" refType="w" fact="0.31"/>
          <dgm:constr type="h" for="ch" forName="wedge3Tx" refType="h" fact="0.23"/>
          <dgm:constr type="l" for="ch" forName="wedge4" refType="w" fact="0.0659"/>
          <dgm:constr type="t" for="ch" forName="wedge4" refType="h" fact="0.0659"/>
          <dgm:constr type="w" for="ch" forName="wedge4" refType="w" fact="0.84"/>
          <dgm:constr type="h" for="ch" forName="wedge4" refType="h" fact="0.84"/>
          <dgm:constr type="l" for="ch" forName="dummy4a" refType="w" fact="0.0659"/>
          <dgm:constr type="t" for="ch" forName="dummy4a" refType="h" fact="0.4859"/>
          <dgm:constr type="l" for="ch" forName="dummy4b" refType="w" fact="0.4859"/>
          <dgm:constr type="t" for="ch" forName="dummy4b" refType="h" fact="0.0659"/>
          <dgm:constr type="r" for="ch" forName="wedge4Tx" refType="w" fact="0.46"/>
          <dgm:constr type="t" for="ch" forName="wedge4Tx" refType="h" fact="0.24"/>
          <dgm:constr type="w" for="ch" forName="wedge4Tx" refType="w" fact="0.31"/>
          <dgm:constr type="h" for="ch" forName="wedge4Tx" refType="h" fact="0.23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primFontSz" for="ch" ptType="node" op="equ"/>
        </dgm:constrLst>
      </dgm:if>
      <dgm:if name="Name5" axis="ch" ptType="node" func="cnt" op="equ" val="5">
        <dgm:constrLst>
          <dgm:constr type="l" for="ch" forName="wedge1" refType="w" fact="0.0918"/>
          <dgm:constr type="t" for="ch" forName="wedge1" refType="w" fact="0.0638"/>
          <dgm:constr type="w" for="ch" forName="wedge1" refType="w" fact="0.84"/>
          <dgm:constr type="h" for="ch" forName="wedge1" refType="h" fact="0.84"/>
          <dgm:constr type="l" for="ch" forName="dummy1a" refType="w" fact="0.5118"/>
          <dgm:constr type="t" for="ch" forName="dummy1a" refType="h" fact="0.0638"/>
          <dgm:constr type="l" for="ch" forName="dummy1b" refType="w" fact="0.9112"/>
          <dgm:constr type="t" for="ch" forName="dummy1b" refType="h" fact="0.354"/>
          <dgm:constr type="l" for="ch" forName="wedge1Tx" refType="w" fact="0.53"/>
          <dgm:constr type="t" for="ch" forName="wedge1Tx" refType="h" fact="0.205"/>
          <dgm:constr type="w" for="ch" forName="wedge1Tx" refType="w" fact="0.27"/>
          <dgm:constr type="h" for="ch" forName="wedge1Tx" refType="h" fact="0.18"/>
          <dgm:constr type="l" for="ch" forName="wedge2" refType="w" fact="0.099"/>
          <dgm:constr type="t" for="ch" forName="wedge2" refType="w" fact="0.0862"/>
          <dgm:constr type="w" for="ch" forName="wedge2" refType="w" fact="0.84"/>
          <dgm:constr type="h" for="ch" forName="wedge2" refType="h" fact="0.84"/>
          <dgm:constr type="l" for="ch" forName="dummy2a" refType="w" fact="0.9185"/>
          <dgm:constr type="t" for="ch" forName="dummy2a" refType="h" fact="0.3764"/>
          <dgm:constr type="l" for="ch" forName="dummy2b" refType="w" fact="0.7659"/>
          <dgm:constr type="t" for="ch" forName="dummy2b" refType="h" fact="0.846"/>
          <dgm:constr type="l" for="ch" forName="wedge2Tx" refType="w" fact="0.64"/>
          <dgm:constr type="t" for="ch" forName="wedge2Tx" refType="h" fact="0.47"/>
          <dgm:constr type="w" for="ch" forName="wedge2Tx" refType="w" fact="0.25"/>
          <dgm:constr type="h" for="ch" forName="wedge2Tx" refType="h" fact="0.2"/>
          <dgm:constr type="l" for="ch" forName="wedge3" refType="w" fact="0.08"/>
          <dgm:constr type="t" for="ch" forName="wedge3" refType="w" fact="0.1"/>
          <dgm:constr type="w" for="ch" forName="wedge3" refType="w" fact="0.84"/>
          <dgm:constr type="h" for="ch" forName="wedge3" refType="h" fact="0.84"/>
          <dgm:constr type="l" for="ch" forName="dummy3a" refType="w" fact="0.7469"/>
          <dgm:constr type="t" for="ch" forName="dummy3a" refType="h" fact="0.8598"/>
          <dgm:constr type="l" for="ch" forName="dummy3b" refType="w" fact="0.2531"/>
          <dgm:constr type="t" for="ch" forName="dummy3b" refType="h" fact="0.8598"/>
          <dgm:constr type="l" for="ch" forName="wedge3Tx" refType="w" fact="0.38"/>
          <dgm:constr type="t" for="ch" forName="wedge3Tx" refType="h" fact="0.69"/>
          <dgm:constr type="w" for="ch" forName="wedge3Tx" refType="w" fact="0.24"/>
          <dgm:constr type="h" for="ch" forName="wedge3Tx" refType="h" fact="0.22"/>
          <dgm:constr type="l" for="ch" forName="wedge4" refType="w" fact="0.061"/>
          <dgm:constr type="t" for="ch" forName="wedge4" refType="h" fact="0.0862"/>
          <dgm:constr type="w" for="ch" forName="wedge4" refType="w" fact="0.84"/>
          <dgm:constr type="h" for="ch" forName="wedge4" refType="h" fact="0.84"/>
          <dgm:constr type="l" for="ch" forName="dummy4a" refType="w" fact="0.2341"/>
          <dgm:constr type="t" for="ch" forName="dummy4a" refType="h" fact="0.846"/>
          <dgm:constr type="l" for="ch" forName="dummy4b" refType="w" fact="0.0815"/>
          <dgm:constr type="t" for="ch" forName="dummy4b" refType="h" fact="0.3764"/>
          <dgm:constr type="r" for="ch" forName="wedge4Tx" refType="w" fact="0.36"/>
          <dgm:constr type="t" for="ch" forName="wedge4Tx" refType="h" fact="0.47"/>
          <dgm:constr type="w" for="ch" forName="wedge4Tx" refType="w" fact="0.25"/>
          <dgm:constr type="h" for="ch" forName="wedge4Tx" refType="h" fact="0.2"/>
          <dgm:constr type="l" for="ch" forName="wedge5" refType="w" fact="0.0682"/>
          <dgm:constr type="t" for="ch" forName="wedge5" refType="h" fact="0.0638"/>
          <dgm:constr type="w" for="ch" forName="wedge5" refType="w" fact="0.84"/>
          <dgm:constr type="h" for="ch" forName="wedge5" refType="h" fact="0.84"/>
          <dgm:constr type="l" for="ch" forName="dummy5a" refType="w" fact="0.0888"/>
          <dgm:constr type="t" for="ch" forName="dummy5a" refType="h" fact="0.354"/>
          <dgm:constr type="l" for="ch" forName="dummy5b" refType="w" fact="0.4882"/>
          <dgm:constr type="t" for="ch" forName="dummy5b" refType="h" fact="0.0638"/>
          <dgm:constr type="r" for="ch" forName="wedge5Tx" refType="w" fact="0.47"/>
          <dgm:constr type="t" for="ch" forName="wedge5Tx" refType="h" fact="0.205"/>
          <dgm:constr type="w" for="ch" forName="wedge5Tx" refType="w" fact="0.27"/>
          <dgm:constr type="h" for="ch" forName="wedge5Tx" refType="h" fact="0.18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h" for="ch" forName="arrowWedge5" refType="w" fact="0.08"/>
          <dgm:constr type="diam" for="ch" forName="arrowWedge5" refType="w" fact="0.84"/>
          <dgm:constr type="l" for="ch" forName="arrowWedge5" refType="w" fact="0.5"/>
          <dgm:constr type="t" for="ch" forName="arrowWedge5" refType="w" fact="0.5"/>
          <dgm:constr type="primFontSz" for="ch" ptType="node" op="equ"/>
        </dgm:constrLst>
      </dgm:if>
      <dgm:if name="Name6" axis="ch" ptType="node" func="cnt" op="equ" val="6">
        <dgm:constrLst>
          <dgm:constr type="l" for="ch" forName="wedge1" refType="w" fact="0.09"/>
          <dgm:constr type="t" for="ch" forName="wedge1" refType="w" fact="0.0627"/>
          <dgm:constr type="w" for="ch" forName="wedge1" refType="w" fact="0.84"/>
          <dgm:constr type="h" for="ch" forName="wedge1" refType="h" fact="0.84"/>
          <dgm:constr type="l" for="ch" forName="dummy1a" refType="w" fact="0.51"/>
          <dgm:constr type="t" for="ch" forName="dummy1a" refType="h" fact="0.0627"/>
          <dgm:constr type="l" for="ch" forName="dummy1b" refType="w" fact="0.8737"/>
          <dgm:constr type="t" for="ch" forName="dummy1b" refType="h" fact="0.2727"/>
          <dgm:constr type="l" for="ch" forName="wedge1Tx" refType="w" fact="0.53"/>
          <dgm:constr type="t" for="ch" forName="wedge1Tx" refType="h" fact="0.17"/>
          <dgm:constr type="w" for="ch" forName="wedge1Tx" refType="w" fact="0.22"/>
          <dgm:constr type="h" for="ch" forName="wedge1Tx" refType="h" fact="0.17"/>
          <dgm:constr type="l" for="ch" forName="wedge2" refType="w" fact="0.1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dummy2a" refType="w" fact="0.8837"/>
          <dgm:constr type="t" for="ch" forName="dummy2a" refType="h" fact="0.29"/>
          <dgm:constr type="l" for="ch" forName="dummy2b" refType="w" fact="0.8837"/>
          <dgm:constr type="t" for="ch" forName="dummy2b" refType="h" fact="0.71"/>
          <dgm:constr type="l" for="ch" forName="wedge2Tx" refType="w" fact="0.67"/>
          <dgm:constr type="t" for="ch" forName="wedge2Tx" refType="h" fact="0.42"/>
          <dgm:constr type="w" for="ch" forName="wedge2Tx" refType="w" fact="0.23"/>
          <dgm:constr type="h" for="ch" forName="wedge2Tx" refType="h" fact="0.165"/>
          <dgm:constr type="l" for="ch" forName="wedge3" refType="w" fact="0.09"/>
          <dgm:constr type="t" for="ch" forName="wedge3" refType="w" fact="0.0973"/>
          <dgm:constr type="w" for="ch" forName="wedge3" refType="w" fact="0.84"/>
          <dgm:constr type="h" for="ch" forName="wedge3" refType="h" fact="0.84"/>
          <dgm:constr type="l" for="ch" forName="dummy3a" refType="w" fact="0.8737"/>
          <dgm:constr type="t" for="ch" forName="dummy3a" refType="h" fact="0.7273"/>
          <dgm:constr type="l" for="ch" forName="dummy3b" refType="w" fact="0.51"/>
          <dgm:constr type="t" for="ch" forName="dummy3b" refType="h" fact="0.9373"/>
          <dgm:constr type="l" for="ch" forName="wedge3Tx" refType="w" fact="0.53"/>
          <dgm:constr type="t" for="ch" forName="wedge3Tx" refType="h" fact="0.665"/>
          <dgm:constr type="w" for="ch" forName="wedge3Tx" refType="w" fact="0.22"/>
          <dgm:constr type="h" for="ch" forName="wedge3Tx" refType="h" fact="0.17"/>
          <dgm:constr type="l" for="ch" forName="wedge4" refType="w" fact="0.07"/>
          <dgm:constr type="t" for="ch" forName="wedge4" refType="h" fact="0.0973"/>
          <dgm:constr type="w" for="ch" forName="wedge4" refType="w" fact="0.84"/>
          <dgm:constr type="h" for="ch" forName="wedge4" refType="h" fact="0.84"/>
          <dgm:constr type="l" for="ch" forName="dummy4a" refType="w" fact="0.49"/>
          <dgm:constr type="t" for="ch" forName="dummy4a" refType="h" fact="0.9373"/>
          <dgm:constr type="l" for="ch" forName="dummy4b" refType="w" fact="0.1263"/>
          <dgm:constr type="t" for="ch" forName="dummy4b" refType="h" fact="0.7273"/>
          <dgm:constr type="r" for="ch" forName="wedge4Tx" refType="w" fact="0.47"/>
          <dgm:constr type="t" for="ch" forName="wedge4Tx" refType="h" fact="0.665"/>
          <dgm:constr type="w" for="ch" forName="wedge4Tx" refType="w" fact="0.22"/>
          <dgm:constr type="h" for="ch" forName="wedge4Tx" refType="h" fact="0.17"/>
          <dgm:constr type="l" for="ch" forName="wedge5" refType="w" fact="0.06"/>
          <dgm:constr type="t" for="ch" forName="wedge5" refType="h" fact="0.08"/>
          <dgm:constr type="w" for="ch" forName="wedge5" refType="w" fact="0.84"/>
          <dgm:constr type="h" for="ch" forName="wedge5" refType="h" fact="0.84"/>
          <dgm:constr type="l" for="ch" forName="dummy5a" refType="w" fact="0.1163"/>
          <dgm:constr type="t" for="ch" forName="dummy5a" refType="h" fact="0.71"/>
          <dgm:constr type="l" for="ch" forName="dummy5b" refType="w" fact="0.1163"/>
          <dgm:constr type="t" for="ch" forName="dummy5b" refType="h" fact="0.29"/>
          <dgm:constr type="r" for="ch" forName="wedge5Tx" refType="w" fact="0.33"/>
          <dgm:constr type="t" for="ch" forName="wedge5Tx" refType="h" fact="0.42"/>
          <dgm:constr type="w" for="ch" forName="wedge5Tx" refType="w" fact="0.23"/>
          <dgm:constr type="h" for="ch" forName="wedge5Tx" refType="h" fact="0.165"/>
          <dgm:constr type="l" for="ch" forName="wedge6" refType="w" fact="0.07"/>
          <dgm:constr type="t" for="ch" forName="wedge6" refType="h" fact="0.0627"/>
          <dgm:constr type="w" for="ch" forName="wedge6" refType="w" fact="0.84"/>
          <dgm:constr type="h" for="ch" forName="wedge6" refType="h" fact="0.84"/>
          <dgm:constr type="l" for="ch" forName="dummy6a" refType="w" fact="0.1263"/>
          <dgm:constr type="t" for="ch" forName="dummy6a" refType="h" fact="0.2727"/>
          <dgm:constr type="l" for="ch" forName="dummy6b" refType="w" fact="0.49"/>
          <dgm:constr type="t" for="ch" forName="dummy6b" refType="h" fact="0.0627"/>
          <dgm:constr type="r" for="ch" forName="wedge6Tx" refType="w" fact="0.47"/>
          <dgm:constr type="t" for="ch" forName="wedge6Tx" refType="h" fact="0.17"/>
          <dgm:constr type="w" for="ch" forName="wedge6Tx" refType="w" fact="0.22"/>
          <dgm:constr type="h" for="ch" forName="wedge6Tx" refType="h" fact="0.17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h" for="ch" forName="arrowWedge5" refType="w" fact="0.08"/>
          <dgm:constr type="diam" for="ch" forName="arrowWedge5" refType="w" fact="0.84"/>
          <dgm:constr type="l" for="ch" forName="arrowWedge5" refType="w" fact="0.5"/>
          <dgm:constr type="t" for="ch" forName="arrowWedge5" refType="w" fact="0.5"/>
          <dgm:constr type="h" for="ch" forName="arrowWedge6" refType="w" fact="0.08"/>
          <dgm:constr type="diam" for="ch" forName="arrowWedge6" refType="w" fact="0.84"/>
          <dgm:constr type="l" for="ch" forName="arrowWedge6" refType="w" fact="0.5"/>
          <dgm:constr type="t" for="ch" forName="arrowWedge6" refType="w" fact="0.5"/>
          <dgm:constr type="primFontSz" for="ch" ptType="node" op="equ"/>
        </dgm:constrLst>
      </dgm:if>
      <dgm:else name="Name7">
        <dgm:constrLst>
          <dgm:constr type="l" for="ch" forName="wedge1" refType="w" fact="0.0887"/>
          <dgm:constr type="t" for="ch" forName="wedge1" refType="w" fact="0.062"/>
          <dgm:constr type="w" for="ch" forName="wedge1" refType="w" fact="0.84"/>
          <dgm:constr type="h" for="ch" forName="wedge1" refType="h" fact="0.84"/>
          <dgm:constr type="l" for="ch" forName="dummy1a" refType="w" fact="0.5087"/>
          <dgm:constr type="t" for="ch" forName="dummy1a" refType="h" fact="0.062"/>
          <dgm:constr type="l" for="ch" forName="dummy1b" refType="w" fact="0.837"/>
          <dgm:constr type="t" for="ch" forName="dummy1b" refType="h" fact="0.2201"/>
          <dgm:constr type="l" for="ch" forName="wedge1Tx" refType="w" fact="0.53"/>
          <dgm:constr type="t" for="ch" forName="wedge1Tx" refType="h" fact="0.14"/>
          <dgm:constr type="w" for="ch" forName="wedge1Tx" refType="w" fact="0.2"/>
          <dgm:constr type="h" for="ch" forName="wedge1Tx" refType="h" fact="0.16"/>
          <dgm:constr type="l" for="ch" forName="wedge2" refType="w" fact="0.0995"/>
          <dgm:constr type="t" for="ch" forName="wedge2" refType="w" fact="0.0755"/>
          <dgm:constr type="w" for="ch" forName="wedge2" refType="w" fact="0.84"/>
          <dgm:constr type="h" for="ch" forName="wedge2" refType="h" fact="0.84"/>
          <dgm:constr type="l" for="ch" forName="dummy2a" refType="w" fact="0.8479"/>
          <dgm:constr type="t" for="ch" forName="dummy2a" refType="h" fact="0.2337"/>
          <dgm:constr type="l" for="ch" forName="dummy2b" refType="w" fact="0.929"/>
          <dgm:constr type="t" for="ch" forName="dummy2b" refType="h" fact="0.589"/>
          <dgm:constr type="l" for="ch" forName="wedge2Tx" refType="w" fact="0.67"/>
          <dgm:constr type="t" for="ch" forName="wedge2Tx" refType="h" fact="0.38"/>
          <dgm:constr type="w" for="ch" forName="wedge2Tx" refType="w" fact="0.23"/>
          <dgm:constr type="h" for="ch" forName="wedge2Tx" refType="h" fact="0.14"/>
          <dgm:constr type="l" for="ch" forName="wedge3" refType="w" fact="0.0956"/>
          <dgm:constr type="t" for="ch" forName="wedge3" refType="w" fact="0.0925"/>
          <dgm:constr type="w" for="ch" forName="wedge3" refType="w" fact="0.84"/>
          <dgm:constr type="h" for="ch" forName="wedge3" refType="h" fact="0.84"/>
          <dgm:constr type="l" for="ch" forName="dummy3a" refType="w" fact="0.9251"/>
          <dgm:constr type="t" for="ch" forName="dummy3a" refType="h" fact="0.6059"/>
          <dgm:constr type="l" for="ch" forName="dummy3b" refType="w" fact="0.6979"/>
          <dgm:constr type="t" for="ch" forName="dummy3b" refType="h" fact="0.8909"/>
          <dgm:constr type="l" for="ch" forName="wedge3Tx" refType="w" fact="0.635"/>
          <dgm:constr type="t" for="ch" forName="wedge3Tx" refType="h" fact="0.59"/>
          <dgm:constr type="w" for="ch" forName="wedge3Tx" refType="w" fact="0.2"/>
          <dgm:constr type="h" for="ch" forName="wedge3Tx" refType="h" fact="0.155"/>
          <dgm:constr type="l" for="ch" forName="wedge4" refType="w" fact="0.08"/>
          <dgm:constr type="t" for="ch" forName="wedge4" refType="h" fact="0.1"/>
          <dgm:constr type="w" for="ch" forName="wedge4" refType="w" fact="0.84"/>
          <dgm:constr type="h" for="ch" forName="wedge4" refType="h" fact="0.84"/>
          <dgm:constr type="l" for="ch" forName="dummy4a" refType="w" fact="0.6822"/>
          <dgm:constr type="t" for="ch" forName="dummy4a" refType="h" fact="0.8984"/>
          <dgm:constr type="l" for="ch" forName="dummy4b" refType="w" fact="0.3178"/>
          <dgm:constr type="t" for="ch" forName="dummy4b" refType="h" fact="0.8984"/>
          <dgm:constr type="l" for="ch" forName="wedge4Tx" refType="w" fact="0.4025"/>
          <dgm:constr type="t" for="ch" forName="wedge4Tx" refType="h" fact="0.76"/>
          <dgm:constr type="w" for="ch" forName="wedge4Tx" refType="w" fact="0.195"/>
          <dgm:constr type="h" for="ch" forName="wedge4Tx" refType="h" fact="0.14"/>
          <dgm:constr type="l" for="ch" forName="wedge5" refType="w" fact="0.0644"/>
          <dgm:constr type="t" for="ch" forName="wedge5" refType="h" fact="0.0925"/>
          <dgm:constr type="w" for="ch" forName="wedge5" refType="w" fact="0.84"/>
          <dgm:constr type="h" for="ch" forName="wedge5" refType="h" fact="0.84"/>
          <dgm:constr type="l" for="ch" forName="dummy5a" refType="w" fact="0.3021"/>
          <dgm:constr type="t" for="ch" forName="dummy5a" refType="h" fact="0.8909"/>
          <dgm:constr type="l" for="ch" forName="dummy5b" refType="w" fact="0.0749"/>
          <dgm:constr type="t" for="ch" forName="dummy5b" refType="h" fact="0.6059"/>
          <dgm:constr type="r" for="ch" forName="wedge5Tx" refType="w" fact="0.365"/>
          <dgm:constr type="t" for="ch" forName="wedge5Tx" refType="h" fact="0.59"/>
          <dgm:constr type="w" for="ch" forName="wedge5Tx" refType="w" fact="0.2"/>
          <dgm:constr type="h" for="ch" forName="wedge5Tx" refType="h" fact="0.155"/>
          <dgm:constr type="l" for="ch" forName="wedge6" refType="w" fact="0.0605"/>
          <dgm:constr type="t" for="ch" forName="wedge6" refType="h" fact="0.0755"/>
          <dgm:constr type="w" for="ch" forName="wedge6" refType="w" fact="0.84"/>
          <dgm:constr type="h" for="ch" forName="wedge6" refType="h" fact="0.84"/>
          <dgm:constr type="l" for="ch" forName="dummy6a" refType="w" fact="0.071"/>
          <dgm:constr type="t" for="ch" forName="dummy6a" refType="h" fact="0.589"/>
          <dgm:constr type="l" for="ch" forName="dummy6b" refType="w" fact="0.1521"/>
          <dgm:constr type="t" for="ch" forName="dummy6b" refType="h" fact="0.2337"/>
          <dgm:constr type="r" for="ch" forName="wedge6Tx" refType="w" fact="0.33"/>
          <dgm:constr type="t" for="ch" forName="wedge6Tx" refType="h" fact="0.38"/>
          <dgm:constr type="w" for="ch" forName="wedge6Tx" refType="w" fact="0.23"/>
          <dgm:constr type="h" for="ch" forName="wedge6Tx" refType="h" fact="0.14"/>
          <dgm:constr type="l" for="ch" forName="wedge7" refType="w" fact="0.0713"/>
          <dgm:constr type="t" for="ch" forName="wedge7" refType="h" fact="0.062"/>
          <dgm:constr type="w" for="ch" forName="wedge7" refType="w" fact="0.84"/>
          <dgm:constr type="h" for="ch" forName="wedge7" refType="h" fact="0.84"/>
          <dgm:constr type="l" for="ch" forName="dummy7a" refType="w" fact="0.163"/>
          <dgm:constr type="t" for="ch" forName="dummy7a" refType="h" fact="0.2201"/>
          <dgm:constr type="l" for="ch" forName="dummy7b" refType="w" fact="0.4913"/>
          <dgm:constr type="t" for="ch" forName="dummy7b" refType="h" fact="0.062"/>
          <dgm:constr type="r" for="ch" forName="wedge7Tx" refType="w" fact="0.47"/>
          <dgm:constr type="t" for="ch" forName="wedge7Tx" refType="h" fact="0.14"/>
          <dgm:constr type="w" for="ch" forName="wedge7Tx" refType="w" fact="0.2"/>
          <dgm:constr type="h" for="ch" forName="wedge7Tx" refType="h" fact="0.16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h" for="ch" forName="arrowWedge5" refType="w" fact="0.08"/>
          <dgm:constr type="diam" for="ch" forName="arrowWedge5" refType="w" fact="0.84"/>
          <dgm:constr type="l" for="ch" forName="arrowWedge5" refType="w" fact="0.5"/>
          <dgm:constr type="t" for="ch" forName="arrowWedge5" refType="w" fact="0.5"/>
          <dgm:constr type="h" for="ch" forName="arrowWedge6" refType="w" fact="0.08"/>
          <dgm:constr type="diam" for="ch" forName="arrowWedge6" refType="w" fact="0.84"/>
          <dgm:constr type="l" for="ch" forName="arrowWedge6" refType="w" fact="0.5"/>
          <dgm:constr type="t" for="ch" forName="arrowWedge6" refType="w" fact="0.5"/>
          <dgm:constr type="h" for="ch" forName="arrowWedge7" refType="w" fact="0.08"/>
          <dgm:constr type="diam" for="ch" forName="arrowWedge7" refType="w" fact="0.84"/>
          <dgm:constr type="l" for="ch" forName="arrowWedge7" refType="w" fact="0.5"/>
          <dgm:constr type="t" for="ch" forName="arrowWedge7" refType="w" fact="0.5"/>
          <dgm:constr type="primFontSz" for="ch" ptType="node" op="equ"/>
        </dgm:constrLst>
      </dgm:else>
    </dgm:choose>
    <dgm:ruleLst/>
    <dgm:choose name="Name8">
      <dgm:if name="Name9" axis="ch" ptType="node" func="cnt" op="gte" val="1">
        <dgm:layoutNode name="wedge1">
          <dgm:alg type="sp"/>
          <dgm:choose name="Name10">
            <dgm:if name="Name11" axis="ch" ptType="node" func="cnt" op="equ" val="1">
              <dgm:shape xmlns:r="http://schemas.openxmlformats.org/officeDocument/2006/relationships" type="ellipse" r:blip="">
                <dgm:adjLst/>
              </dgm:shape>
            </dgm:if>
            <dgm:if name="Name12" axis="ch" ptType="node" func="cnt" op="equ" val="2">
              <dgm:shape xmlns:r="http://schemas.openxmlformats.org/officeDocument/2006/relationships" type="pie" r:blip="">
                <dgm:adjLst>
                  <dgm:adj idx="1" val="270"/>
                  <dgm:adj idx="2" val="90"/>
                </dgm:adjLst>
              </dgm:shape>
            </dgm:if>
            <dgm:if name="Name13" axis="ch" ptType="node" func="cnt" op="equ" val="3">
              <dgm:shape xmlns:r="http://schemas.openxmlformats.org/officeDocument/2006/relationships" type="pie" r:blip="">
                <dgm:adjLst>
                  <dgm:adj idx="1" val="270"/>
                  <dgm:adj idx="2" val="30"/>
                </dgm:adjLst>
              </dgm:shape>
            </dgm:if>
            <dgm:if name="Name14" axis="ch" ptType="node" func="cnt" op="equ" val="4">
              <dgm:shape xmlns:r="http://schemas.openxmlformats.org/officeDocument/2006/relationships" type="pie" r:blip="">
                <dgm:adjLst>
                  <dgm:adj idx="1" val="270"/>
                  <dgm:adj idx="2" val="0"/>
                </dgm:adjLst>
              </dgm:shape>
            </dgm:if>
            <dgm:if name="Name15" axis="ch" ptType="node" func="cnt" op="equ" val="5">
              <dgm:shape xmlns:r="http://schemas.openxmlformats.org/officeDocument/2006/relationships" type="pie" r:blip="">
                <dgm:adjLst>
                  <dgm:adj idx="1" val="270"/>
                  <dgm:adj idx="2" val="342"/>
                </dgm:adjLst>
              </dgm:shape>
            </dgm:if>
            <dgm:if name="Name16" axis="ch" ptType="node" func="cnt" op="equ" val="6">
              <dgm:shape xmlns:r="http://schemas.openxmlformats.org/officeDocument/2006/relationships" type="pie" r:blip="">
                <dgm:adjLst>
                  <dgm:adj idx="1" val="270"/>
                  <dgm:adj idx="2" val="330"/>
                </dgm:adjLst>
              </dgm:shape>
            </dgm:if>
            <dgm:else name="Name17">
              <dgm:shape xmlns:r="http://schemas.openxmlformats.org/officeDocument/2006/relationships" type="pie" r:blip="">
                <dgm:adjLst>
                  <dgm:adj idx="1" val="270"/>
                  <dgm:adj idx="2" val="321.4286"/>
                </dgm:adjLst>
              </dgm:shape>
            </dgm:else>
          </dgm:choose>
          <dgm:choose name="Name18">
            <dgm:if name="Name19" func="var" arg="dir" op="equ" val="norm">
              <dgm:presOf axis="ch desOrSelf" ptType="node node" st="1 1" cnt="1 0"/>
            </dgm:if>
            <dgm:else name="Name20">
              <dgm:choose name="Name21">
                <dgm:if name="Name22" axis="ch" ptType="node" func="cnt" op="equ" val="1">
                  <dgm:presOf axis="ch desOrSelf" ptType="node node" st="1 1" cnt="1 0"/>
                </dgm:if>
                <dgm:if name="Name23" axis="ch" ptType="node" func="cnt" op="equ" val="2">
                  <dgm:presOf axis="ch desOrSelf" ptType="node node" st="2 1" cnt="1 0"/>
                </dgm:if>
                <dgm:if name="Name24" axis="ch" ptType="node" func="cnt" op="equ" val="3">
                  <dgm:presOf axis="ch desOrSelf" ptType="node node" st="3 1" cnt="1 0"/>
                </dgm:if>
                <dgm:if name="Name25" axis="ch" ptType="node" func="cnt" op="equ" val="4">
                  <dgm:presOf axis="ch desOrSelf" ptType="node node" st="4 1" cnt="1 0"/>
                </dgm:if>
                <dgm:if name="Name26" axis="ch" ptType="node" func="cnt" op="equ" val="5">
                  <dgm:presOf axis="ch desOrSelf" ptType="node node" st="5 1" cnt="1 0"/>
                </dgm:if>
                <dgm:if name="Name27" axis="ch" ptType="node" func="cnt" op="equ" val="6">
                  <dgm:presOf axis="ch desOrSelf" ptType="node node" st="6 1" cnt="1 0"/>
                </dgm:if>
                <dgm:else name="Name28">
                  <dgm:presOf axis="ch desOrSelf" ptType="node node" st="7 1" cnt="1 0"/>
                </dgm:else>
              </dgm:choose>
            </dgm:else>
          </dgm:choose>
          <dgm:constrLst/>
          <dgm:ruleLst/>
        </dgm:layoutNode>
        <dgm:layoutNode name="dummy1a" moveWith="wedge1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1b" moveWith="wedge1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1Tx" moveWith="wedg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29">
            <dgm:if name="Name30" func="var" arg="dir" op="equ" val="norm">
              <dgm:presOf axis="ch desOrSelf" ptType="node node" st="1 1" cnt="1 0"/>
            </dgm:if>
            <dgm:else name="Name31">
              <dgm:choose name="Name32">
                <dgm:if name="Name33" axis="ch" ptType="node" func="cnt" op="equ" val="1">
                  <dgm:presOf axis="ch desOrSelf" ptType="node node" st="1 1" cnt="1 0"/>
                </dgm:if>
                <dgm:if name="Name34" axis="ch" ptType="node" func="cnt" op="equ" val="2">
                  <dgm:presOf axis="ch desOrSelf" ptType="node node" st="2 1" cnt="1 0"/>
                </dgm:if>
                <dgm:if name="Name35" axis="ch" ptType="node" func="cnt" op="equ" val="3">
                  <dgm:presOf axis="ch desOrSelf" ptType="node node" st="3 1" cnt="1 0"/>
                </dgm:if>
                <dgm:if name="Name36" axis="ch" ptType="node" func="cnt" op="equ" val="4">
                  <dgm:presOf axis="ch desOrSelf" ptType="node node" st="4 1" cnt="1 0"/>
                </dgm:if>
                <dgm:if name="Name37" axis="ch" ptType="node" func="cnt" op="equ" val="5">
                  <dgm:presOf axis="ch desOrSelf" ptType="node node" st="5 1" cnt="1 0"/>
                </dgm:if>
                <dgm:if name="Name38" axis="ch" ptType="node" func="cnt" op="equ" val="6">
                  <dgm:presOf axis="ch desOrSelf" ptType="node node" st="6 1" cnt="1 0"/>
                </dgm:if>
                <dgm:else name="Name39">
                  <dgm:presOf axis="ch desOrSelf" ptType="node node" st="7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40"/>
    </dgm:choose>
    <dgm:choose name="Name41">
      <dgm:if name="Name42" axis="ch" ptType="node" func="cnt" op="gte" val="2">
        <dgm:layoutNode name="wedge2">
          <dgm:alg type="sp"/>
          <dgm:choose name="Name43">
            <dgm:if name="Name44" axis="ch" ptType="node" func="cnt" op="equ" val="2">
              <dgm:shape xmlns:r="http://schemas.openxmlformats.org/officeDocument/2006/relationships" type="pie" r:blip="">
                <dgm:adjLst>
                  <dgm:adj idx="1" val="90"/>
                  <dgm:adj idx="2" val="270"/>
                </dgm:adjLst>
              </dgm:shape>
            </dgm:if>
            <dgm:if name="Name45" axis="ch" ptType="node" func="cnt" op="equ" val="3">
              <dgm:shape xmlns:r="http://schemas.openxmlformats.org/officeDocument/2006/relationships" type="pie" r:blip="">
                <dgm:adjLst>
                  <dgm:adj idx="1" val="30"/>
                  <dgm:adj idx="2" val="150"/>
                </dgm:adjLst>
              </dgm:shape>
            </dgm:if>
            <dgm:if name="Name46" axis="ch" ptType="node" func="cnt" op="equ" val="4">
              <dgm:shape xmlns:r="http://schemas.openxmlformats.org/officeDocument/2006/relationships" type="pie" r:blip="">
                <dgm:adjLst>
                  <dgm:adj idx="1" val="0"/>
                  <dgm:adj idx="2" val="90"/>
                </dgm:adjLst>
              </dgm:shape>
            </dgm:if>
            <dgm:if name="Name47" axis="ch" ptType="node" func="cnt" op="equ" val="5">
              <dgm:shape xmlns:r="http://schemas.openxmlformats.org/officeDocument/2006/relationships" type="pie" r:blip="">
                <dgm:adjLst>
                  <dgm:adj idx="1" val="342"/>
                  <dgm:adj idx="2" val="54"/>
                </dgm:adjLst>
              </dgm:shape>
            </dgm:if>
            <dgm:if name="Name48" axis="ch" ptType="node" func="cnt" op="equ" val="6">
              <dgm:shape xmlns:r="http://schemas.openxmlformats.org/officeDocument/2006/relationships" type="pie" r:blip="">
                <dgm:adjLst>
                  <dgm:adj idx="1" val="330"/>
                  <dgm:adj idx="2" val="30"/>
                </dgm:adjLst>
              </dgm:shape>
            </dgm:if>
            <dgm:else name="Name49">
              <dgm:shape xmlns:r="http://schemas.openxmlformats.org/officeDocument/2006/relationships" type="pie" r:blip="">
                <dgm:adjLst>
                  <dgm:adj idx="1" val="321.4286"/>
                  <dgm:adj idx="2" val="12.85714"/>
                </dgm:adjLst>
              </dgm:shape>
            </dgm:else>
          </dgm:choose>
          <dgm:choose name="Name50">
            <dgm:if name="Name51" func="var" arg="dir" op="equ" val="norm">
              <dgm:presOf axis="ch desOrSelf" ptType="node node" st="2 1" cnt="1 0"/>
            </dgm:if>
            <dgm:else name="Name52">
              <dgm:choose name="Name53">
                <dgm:if name="Name54" axis="ch" ptType="node" func="cnt" op="equ" val="2">
                  <dgm:presOf axis="ch desOrSelf" ptType="node node" st="1 1" cnt="1 0"/>
                </dgm:if>
                <dgm:if name="Name55" axis="ch" ptType="node" func="cnt" op="equ" val="3">
                  <dgm:presOf axis="ch desOrSelf" ptType="node node" st="2 1" cnt="1 0"/>
                </dgm:if>
                <dgm:if name="Name56" axis="ch" ptType="node" func="cnt" op="equ" val="4">
                  <dgm:presOf axis="ch desOrSelf" ptType="node node" st="3 1" cnt="1 0"/>
                </dgm:if>
                <dgm:if name="Name57" axis="ch" ptType="node" func="cnt" op="equ" val="5">
                  <dgm:presOf axis="ch desOrSelf" ptType="node node" st="4 1" cnt="1 0"/>
                </dgm:if>
                <dgm:if name="Name58" axis="ch" ptType="node" func="cnt" op="equ" val="6">
                  <dgm:presOf axis="ch desOrSelf" ptType="node node" st="5 1" cnt="1 0"/>
                </dgm:if>
                <dgm:else name="Name59">
                  <dgm:presOf axis="ch desOrSelf" ptType="node node" st="6 1" cnt="1 0"/>
                </dgm:else>
              </dgm:choose>
            </dgm:else>
          </dgm:choose>
          <dgm:constrLst/>
          <dgm:ruleLst/>
        </dgm:layoutNode>
        <dgm:layoutNode name="dummy2a" moveWith="wedge2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2b" moveWith="wedge2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2Tx" moveWith="wedge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60">
            <dgm:if name="Name61" func="var" arg="dir" op="equ" val="norm">
              <dgm:presOf axis="ch desOrSelf" ptType="node node" st="2 1" cnt="1 0"/>
            </dgm:if>
            <dgm:else name="Name62">
              <dgm:choose name="Name63">
                <dgm:if name="Name64" axis="ch" ptType="node" func="cnt" op="equ" val="2">
                  <dgm:presOf axis="ch desOrSelf" ptType="node node" st="1 1" cnt="1 0"/>
                </dgm:if>
                <dgm:if name="Name65" axis="ch" ptType="node" func="cnt" op="equ" val="3">
                  <dgm:presOf axis="ch desOrSelf" ptType="node node" st="2 1" cnt="1 0"/>
                </dgm:if>
                <dgm:if name="Name66" axis="ch" ptType="node" func="cnt" op="equ" val="4">
                  <dgm:presOf axis="ch desOrSelf" ptType="node node" st="3 1" cnt="1 0"/>
                </dgm:if>
                <dgm:if name="Name67" axis="ch" ptType="node" func="cnt" op="equ" val="5">
                  <dgm:presOf axis="ch desOrSelf" ptType="node node" st="4 1" cnt="1 0"/>
                </dgm:if>
                <dgm:if name="Name68" axis="ch" ptType="node" func="cnt" op="equ" val="6">
                  <dgm:presOf axis="ch desOrSelf" ptType="node node" st="5 1" cnt="1 0"/>
                </dgm:if>
                <dgm:else name="Name69">
                  <dgm:presOf axis="ch desOrSelf" ptType="node node" st="6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70"/>
    </dgm:choose>
    <dgm:choose name="Name71">
      <dgm:if name="Name72" axis="ch" ptType="node" func="cnt" op="gte" val="3">
        <dgm:layoutNode name="wedge3">
          <dgm:alg type="sp"/>
          <dgm:choose name="Name73">
            <dgm:if name="Name74" axis="ch" ptType="node" func="cnt" op="equ" val="3">
              <dgm:shape xmlns:r="http://schemas.openxmlformats.org/officeDocument/2006/relationships" type="pie" r:blip="">
                <dgm:adjLst>
                  <dgm:adj idx="1" val="150"/>
                  <dgm:adj idx="2" val="270"/>
                </dgm:adjLst>
              </dgm:shape>
            </dgm:if>
            <dgm:if name="Name75" axis="ch" ptType="node" func="cnt" op="equ" val="4">
              <dgm:shape xmlns:r="http://schemas.openxmlformats.org/officeDocument/2006/relationships" type="pie" r:blip="">
                <dgm:adjLst>
                  <dgm:adj idx="1" val="90"/>
                  <dgm:adj idx="2" val="180"/>
                </dgm:adjLst>
              </dgm:shape>
            </dgm:if>
            <dgm:if name="Name76" axis="ch" ptType="node" func="cnt" op="equ" val="5">
              <dgm:shape xmlns:r="http://schemas.openxmlformats.org/officeDocument/2006/relationships" type="pie" r:blip="">
                <dgm:adjLst>
                  <dgm:adj idx="1" val="54"/>
                  <dgm:adj idx="2" val="126"/>
                </dgm:adjLst>
              </dgm:shape>
            </dgm:if>
            <dgm:if name="Name77" axis="ch" ptType="node" func="cnt" op="equ" val="6">
              <dgm:shape xmlns:r="http://schemas.openxmlformats.org/officeDocument/2006/relationships" type="pie" r:blip="">
                <dgm:adjLst>
                  <dgm:adj idx="1" val="30"/>
                  <dgm:adj idx="2" val="90"/>
                </dgm:adjLst>
              </dgm:shape>
            </dgm:if>
            <dgm:else name="Name78">
              <dgm:shape xmlns:r="http://schemas.openxmlformats.org/officeDocument/2006/relationships" type="pie" r:blip="">
                <dgm:adjLst>
                  <dgm:adj idx="1" val="12.85714"/>
                  <dgm:adj idx="2" val="64.28571"/>
                </dgm:adjLst>
              </dgm:shape>
            </dgm:else>
          </dgm:choose>
          <dgm:choose name="Name79">
            <dgm:if name="Name80" func="var" arg="dir" op="equ" val="norm">
              <dgm:presOf axis="ch desOrSelf" ptType="node node" st="3 1" cnt="1 0"/>
            </dgm:if>
            <dgm:else name="Name81">
              <dgm:choose name="Name82">
                <dgm:if name="Name83" axis="ch" ptType="node" func="cnt" op="equ" val="3">
                  <dgm:presOf axis="ch desOrSelf" ptType="node node" st="1 1" cnt="1 0"/>
                </dgm:if>
                <dgm:if name="Name84" axis="ch" ptType="node" func="cnt" op="equ" val="4">
                  <dgm:presOf axis="ch desOrSelf" ptType="node node" st="2 1" cnt="1 0"/>
                </dgm:if>
                <dgm:if name="Name85" axis="ch" ptType="node" func="cnt" op="equ" val="5">
                  <dgm:presOf axis="ch desOrSelf" ptType="node node" st="3 1" cnt="1 0"/>
                </dgm:if>
                <dgm:if name="Name86" axis="ch" ptType="node" func="cnt" op="equ" val="6">
                  <dgm:presOf axis="ch desOrSelf" ptType="node node" st="4 1" cnt="1 0"/>
                </dgm:if>
                <dgm:else name="Name87">
                  <dgm:presOf axis="ch desOrSelf" ptType="node node" st="5 1" cnt="1 0"/>
                </dgm:else>
              </dgm:choose>
            </dgm:else>
          </dgm:choose>
          <dgm:constrLst/>
          <dgm:ruleLst/>
        </dgm:layoutNode>
        <dgm:layoutNode name="dummy3a" moveWith="wedge3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3b" moveWith="wedge3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3Tx" moveWith="wedge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88">
            <dgm:if name="Name89" func="var" arg="dir" op="equ" val="norm">
              <dgm:presOf axis="ch desOrSelf" ptType="node node" st="3 1" cnt="1 0"/>
            </dgm:if>
            <dgm:else name="Name90">
              <dgm:choose name="Name91">
                <dgm:if name="Name92" axis="ch" ptType="node" func="cnt" op="equ" val="3">
                  <dgm:presOf axis="ch desOrSelf" ptType="node node" st="1 1" cnt="1 0"/>
                </dgm:if>
                <dgm:if name="Name93" axis="ch" ptType="node" func="cnt" op="equ" val="4">
                  <dgm:presOf axis="ch desOrSelf" ptType="node node" st="2 1" cnt="1 0"/>
                </dgm:if>
                <dgm:if name="Name94" axis="ch" ptType="node" func="cnt" op="equ" val="5">
                  <dgm:presOf axis="ch desOrSelf" ptType="node node" st="3 1" cnt="1 0"/>
                </dgm:if>
                <dgm:if name="Name95" axis="ch" ptType="node" func="cnt" op="equ" val="6">
                  <dgm:presOf axis="ch desOrSelf" ptType="node node" st="4 1" cnt="1 0"/>
                </dgm:if>
                <dgm:else name="Name96">
                  <dgm:presOf axis="ch desOrSelf" ptType="node node" st="5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97"/>
    </dgm:choose>
    <dgm:choose name="Name98">
      <dgm:if name="Name99" axis="ch" ptType="node" func="cnt" op="gte" val="4">
        <dgm:layoutNode name="wedge4">
          <dgm:alg type="sp"/>
          <dgm:choose name="Name100">
            <dgm:if name="Name101" axis="ch" ptType="node" func="cnt" op="equ" val="4">
              <dgm:shape xmlns:r="http://schemas.openxmlformats.org/officeDocument/2006/relationships" type="pie" r:blip="">
                <dgm:adjLst>
                  <dgm:adj idx="1" val="180"/>
                  <dgm:adj idx="2" val="270"/>
                </dgm:adjLst>
              </dgm:shape>
            </dgm:if>
            <dgm:if name="Name102" axis="ch" ptType="node" func="cnt" op="equ" val="5">
              <dgm:shape xmlns:r="http://schemas.openxmlformats.org/officeDocument/2006/relationships" type="pie" r:blip="">
                <dgm:adjLst>
                  <dgm:adj idx="1" val="126"/>
                  <dgm:adj idx="2" val="198"/>
                </dgm:adjLst>
              </dgm:shape>
            </dgm:if>
            <dgm:if name="Name103" axis="ch" ptType="node" func="cnt" op="equ" val="6">
              <dgm:shape xmlns:r="http://schemas.openxmlformats.org/officeDocument/2006/relationships" type="pie" r:blip="">
                <dgm:adjLst>
                  <dgm:adj idx="1" val="90"/>
                  <dgm:adj idx="2" val="150"/>
                </dgm:adjLst>
              </dgm:shape>
            </dgm:if>
            <dgm:else name="Name104">
              <dgm:shape xmlns:r="http://schemas.openxmlformats.org/officeDocument/2006/relationships" type="pie" r:blip="">
                <dgm:adjLst>
                  <dgm:adj idx="1" val="64.2871"/>
                  <dgm:adj idx="2" val="115.7143"/>
                </dgm:adjLst>
              </dgm:shape>
            </dgm:else>
          </dgm:choose>
          <dgm:choose name="Name105">
            <dgm:if name="Name106" func="var" arg="dir" op="equ" val="norm">
              <dgm:presOf axis="ch desOrSelf" ptType="node node" st="4 1" cnt="1 0"/>
            </dgm:if>
            <dgm:else name="Name107">
              <dgm:choose name="Name108">
                <dgm:if name="Name109" axis="ch" ptType="node" func="cnt" op="equ" val="4">
                  <dgm:presOf axis="ch desOrSelf" ptType="node node" st="1 1" cnt="1 0"/>
                </dgm:if>
                <dgm:if name="Name110" axis="ch" ptType="node" func="cnt" op="equ" val="5">
                  <dgm:presOf axis="ch desOrSelf" ptType="node node" st="2 1" cnt="1 0"/>
                </dgm:if>
                <dgm:if name="Name111" axis="ch" ptType="node" func="cnt" op="equ" val="6">
                  <dgm:presOf axis="ch desOrSelf" ptType="node node" st="3 1" cnt="1 0"/>
                </dgm:if>
                <dgm:else name="Name112">
                  <dgm:presOf axis="ch desOrSelf" ptType="node node" st="4 1" cnt="1 0"/>
                </dgm:else>
              </dgm:choose>
            </dgm:else>
          </dgm:choose>
          <dgm:constrLst/>
          <dgm:ruleLst/>
        </dgm:layoutNode>
        <dgm:layoutNode name="dummy4a" moveWith="wedge4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4b" moveWith="wedge4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4Tx" moveWith="wedge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13">
            <dgm:if name="Name114" func="var" arg="dir" op="equ" val="norm">
              <dgm:presOf axis="ch desOrSelf" ptType="node node" st="4 1" cnt="1 0"/>
            </dgm:if>
            <dgm:else name="Name115">
              <dgm:choose name="Name116">
                <dgm:if name="Name117" axis="ch" ptType="node" func="cnt" op="equ" val="4">
                  <dgm:presOf axis="ch desOrSelf" ptType="node node" st="1 1" cnt="1 0"/>
                </dgm:if>
                <dgm:if name="Name118" axis="ch" ptType="node" func="cnt" op="equ" val="5">
                  <dgm:presOf axis="ch desOrSelf" ptType="node node" st="2 1" cnt="1 0"/>
                </dgm:if>
                <dgm:if name="Name119" axis="ch" ptType="node" func="cnt" op="equ" val="6">
                  <dgm:presOf axis="ch desOrSelf" ptType="node node" st="3 1" cnt="1 0"/>
                </dgm:if>
                <dgm:else name="Name120">
                  <dgm:presOf axis="ch desOrSelf" ptType="node node" st="4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21"/>
    </dgm:choose>
    <dgm:choose name="Name122">
      <dgm:if name="Name123" axis="ch" ptType="node" func="cnt" op="gte" val="5">
        <dgm:layoutNode name="wedge5">
          <dgm:alg type="sp"/>
          <dgm:choose name="Name124">
            <dgm:if name="Name125" axis="ch" ptType="node" func="cnt" op="equ" val="5">
              <dgm:shape xmlns:r="http://schemas.openxmlformats.org/officeDocument/2006/relationships" type="pie" r:blip="">
                <dgm:adjLst>
                  <dgm:adj idx="1" val="198"/>
                  <dgm:adj idx="2" val="270"/>
                </dgm:adjLst>
              </dgm:shape>
            </dgm:if>
            <dgm:if name="Name126" axis="ch" ptType="node" func="cnt" op="equ" val="6">
              <dgm:shape xmlns:r="http://schemas.openxmlformats.org/officeDocument/2006/relationships" type="pie" r:blip="">
                <dgm:adjLst>
                  <dgm:adj idx="1" val="150"/>
                  <dgm:adj idx="2" val="210"/>
                </dgm:adjLst>
              </dgm:shape>
            </dgm:if>
            <dgm:else name="Name127">
              <dgm:shape xmlns:r="http://schemas.openxmlformats.org/officeDocument/2006/relationships" type="pie" r:blip="">
                <dgm:adjLst>
                  <dgm:adj idx="1" val="115.7143"/>
                  <dgm:adj idx="2" val="167.1429"/>
                </dgm:adjLst>
              </dgm:shape>
            </dgm:else>
          </dgm:choose>
          <dgm:choose name="Name128">
            <dgm:if name="Name129" func="var" arg="dir" op="equ" val="norm">
              <dgm:presOf axis="ch desOrSelf" ptType="node node" st="5 1" cnt="1 0"/>
            </dgm:if>
            <dgm:else name="Name130">
              <dgm:choose name="Name131">
                <dgm:if name="Name132" axis="ch" ptType="node" func="cnt" op="equ" val="5">
                  <dgm:presOf axis="ch desOrSelf" ptType="node node" st="1 1" cnt="1 0"/>
                </dgm:if>
                <dgm:if name="Name133" axis="ch" ptType="node" func="cnt" op="equ" val="6">
                  <dgm:presOf axis="ch desOrSelf" ptType="node node" st="2 1" cnt="1 0"/>
                </dgm:if>
                <dgm:else name="Name134">
                  <dgm:presOf axis="ch desOrSelf" ptType="node node" st="3 1" cnt="1 0"/>
                </dgm:else>
              </dgm:choose>
            </dgm:else>
          </dgm:choose>
          <dgm:constrLst/>
          <dgm:ruleLst/>
        </dgm:layoutNode>
        <dgm:layoutNode name="dummy5a" moveWith="wedge5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5b" moveWith="wedge5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5Tx" moveWith="wedge5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35">
            <dgm:if name="Name136" func="var" arg="dir" op="equ" val="norm">
              <dgm:presOf axis="ch desOrSelf" ptType="node node" st="5 1" cnt="1 0"/>
            </dgm:if>
            <dgm:else name="Name137">
              <dgm:choose name="Name138">
                <dgm:if name="Name139" axis="ch" ptType="node" func="cnt" op="equ" val="5">
                  <dgm:presOf axis="ch desOrSelf" ptType="node node" st="1 1" cnt="1 0"/>
                </dgm:if>
                <dgm:if name="Name140" axis="ch" ptType="node" func="cnt" op="equ" val="6">
                  <dgm:presOf axis="ch desOrSelf" ptType="node node" st="2 1" cnt="1 0"/>
                </dgm:if>
                <dgm:else name="Name141">
                  <dgm:presOf axis="ch desOrSelf" ptType="node node" st="3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42"/>
    </dgm:choose>
    <dgm:choose name="Name143">
      <dgm:if name="Name144" axis="ch" ptType="node" func="cnt" op="gte" val="6">
        <dgm:layoutNode name="wedge6">
          <dgm:alg type="sp"/>
          <dgm:choose name="Name145">
            <dgm:if name="Name146" axis="ch" ptType="node" func="cnt" op="equ" val="6">
              <dgm:shape xmlns:r="http://schemas.openxmlformats.org/officeDocument/2006/relationships" type="pie" r:blip="">
                <dgm:adjLst>
                  <dgm:adj idx="1" val="210"/>
                  <dgm:adj idx="2" val="270"/>
                </dgm:adjLst>
              </dgm:shape>
            </dgm:if>
            <dgm:else name="Name147">
              <dgm:shape xmlns:r="http://schemas.openxmlformats.org/officeDocument/2006/relationships" type="pie" r:blip="">
                <dgm:adjLst>
                  <dgm:adj idx="1" val="167.1429"/>
                  <dgm:adj idx="2" val="218.5714"/>
                </dgm:adjLst>
              </dgm:shape>
            </dgm:else>
          </dgm:choose>
          <dgm:choose name="Name148">
            <dgm:if name="Name149" func="var" arg="dir" op="equ" val="norm">
              <dgm:presOf axis="ch desOrSelf" ptType="node node" st="6 1" cnt="1 0"/>
            </dgm:if>
            <dgm:else name="Name150">
              <dgm:choose name="Name151">
                <dgm:if name="Name152" axis="ch" ptType="node" func="cnt" op="equ" val="6">
                  <dgm:presOf axis="ch desOrSelf" ptType="node node" st="1 1" cnt="1 0"/>
                </dgm:if>
                <dgm:else name="Name153">
                  <dgm:presOf axis="ch desOrSelf" ptType="node node" st="2 1" cnt="1 0"/>
                </dgm:else>
              </dgm:choose>
            </dgm:else>
          </dgm:choose>
          <dgm:constrLst/>
          <dgm:ruleLst/>
        </dgm:layoutNode>
        <dgm:layoutNode name="dummy6a" moveWith="wedge6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6b" moveWith="wedge6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6Tx" moveWith="wedge6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54">
            <dgm:if name="Name155" func="var" arg="dir" op="equ" val="norm">
              <dgm:presOf axis="ch desOrSelf" ptType="node node" st="6 1" cnt="1 0"/>
            </dgm:if>
            <dgm:else name="Name156">
              <dgm:choose name="Name157">
                <dgm:if name="Name158" axis="ch" ptType="node" func="cnt" op="equ" val="6">
                  <dgm:presOf axis="ch desOrSelf" ptType="node node" st="1 1" cnt="1 0"/>
                </dgm:if>
                <dgm:else name="Name159">
                  <dgm:presOf axis="ch desOrSelf" ptType="node node" st="2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60"/>
    </dgm:choose>
    <dgm:choose name="Name161">
      <dgm:if name="Name162" axis="ch" ptType="node" func="cnt" op="gte" val="7">
        <dgm:layoutNode name="wedge7">
          <dgm:alg type="sp"/>
          <dgm:shape xmlns:r="http://schemas.openxmlformats.org/officeDocument/2006/relationships" type="pie" r:blip="">
            <dgm:adjLst>
              <dgm:adj idx="1" val="218.5714"/>
              <dgm:adj idx="2" val="270"/>
            </dgm:adjLst>
          </dgm:shape>
          <dgm:choose name="Name163">
            <dgm:if name="Name164" func="var" arg="dir" op="equ" val="norm">
              <dgm:presOf axis="ch desOrSelf" ptType="node node" st="7 1" cnt="1 0"/>
            </dgm:if>
            <dgm:else name="Name165">
              <dgm:presOf axis="ch desOrSelf" ptType="node node" st="1 1" cnt="1 0"/>
            </dgm:else>
          </dgm:choose>
          <dgm:constrLst/>
          <dgm:ruleLst/>
        </dgm:layoutNode>
        <dgm:layoutNode name="dummy7a" moveWith="wedge7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7b" moveWith="wedge7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7Tx" moveWith="wedge7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66">
            <dgm:if name="Name167" func="var" arg="dir" op="equ" val="norm">
              <dgm:presOf axis="ch desOrSelf" ptType="node node" st="7 1" cnt="1 0"/>
            </dgm:if>
            <dgm:else name="Name168">
              <dgm:presOf axis="ch desOrSelf" ptType="node node" st="1 1" cnt="1 0"/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69"/>
    </dgm:choose>
    <dgm:choose name="Name170">
      <dgm:if name="Name171" axis="ch" ptType="node" func="cnt" op="equ" val="1">
        <dgm:forEach name="Name172" axis="ch" ptType="sibTrans" hideLastTrans="0" cnt="1">
          <dgm:layoutNode name="arrowWedge1single" styleLbl="fgSibTrans2D1">
            <dgm:choose name="Name173">
              <dgm:if name="Name174" func="var" arg="dir" op="equ" val="norm">
                <dgm:alg type="conn">
                  <dgm:param type="connRout" val="longCurve"/>
                  <dgm:param type="srcNode" val="dummy1a"/>
                  <dgm:param type="dstNode" val="dummy1b"/>
                  <dgm:param type="begPts" val="tL"/>
                  <dgm:param type="endPts" val="tR"/>
                  <dgm:param type="begSty" val="arr"/>
                  <dgm:param type="endSty" val="noArr"/>
                </dgm:alg>
              </dgm:if>
              <dgm:else name="Name175">
                <dgm:alg type="conn">
                  <dgm:param type="connRout" val="longCurve"/>
                  <dgm:param type="srcNode" val="dummy1a"/>
                  <dgm:param type="dstNode" val="dummy1b"/>
                  <dgm:param type="begPts" val="tL"/>
                  <dgm:param type="endPts" val="tR"/>
                  <dgm:param type="begSty" val="noArr"/>
                  <dgm:param type="endSty" val="arr"/>
                </dgm:alg>
              </dgm:else>
            </dgm:choose>
            <dgm:shape xmlns:r="http://schemas.openxmlformats.org/officeDocument/2006/relationships" type="conn" r:blip="">
              <dgm:adjLst/>
            </dgm:shape>
            <dgm:presOf/>
            <dgm:constrLst>
              <dgm:constr type="w" val="1"/>
              <dgm:constr type="begPad"/>
              <dgm:constr type="endPad"/>
            </dgm:constrLst>
            <dgm:ruleLst/>
          </dgm:layoutNode>
        </dgm:forEach>
      </dgm:if>
      <dgm:if name="Name176" axis="ch" ptType="node" func="cnt" op="gte" val="2">
        <dgm:forEach name="Name177" axis="ch" ptType="sibTrans" hideLastTrans="0" cnt="1">
          <dgm:layoutNode name="arrowWedge1" styleLbl="fgSibTrans2D1">
            <dgm:choose name="Name178">
              <dgm:if name="Name179" func="var" arg="dir" op="equ" val="norm">
                <dgm:alg type="conn">
                  <dgm:param type="connRout" val="curve"/>
                  <dgm:param type="srcNode" val="dummy1a"/>
                  <dgm:param type="dstNode" val="dummy1b"/>
                  <dgm:param type="begPts" val="tL"/>
                  <dgm:param type="endPts" val="tL"/>
                  <dgm:param type="begSty" val="noArr"/>
                  <dgm:param type="endSty" val="arr"/>
                </dgm:alg>
              </dgm:if>
              <dgm:else name="Name180">
                <dgm:alg type="conn">
                  <dgm:param type="connRout" val="curve"/>
                  <dgm:param type="srcNode" val="dummy1a"/>
                  <dgm:param type="dstNode" val="dummy1b"/>
                  <dgm:param type="begPts" val="tL"/>
                  <dgm:param type="endPts" val="tL"/>
                  <dgm:param type="begSty" val="arr"/>
                  <dgm:param type="endSty" val="noArr"/>
                </dgm:alg>
              </dgm:else>
            </dgm:choose>
            <dgm:shape xmlns:r="http://schemas.openxmlformats.org/officeDocument/2006/relationships" type="conn" r:blip="">
              <dgm:adjLst/>
            </dgm:shape>
            <dgm:presOf/>
            <dgm:constrLst>
              <dgm:constr type="w" val="1"/>
              <dgm:constr type="begPad"/>
              <dgm:constr type="endPad"/>
            </dgm:constrLst>
            <dgm:ruleLst/>
          </dgm:layoutNode>
        </dgm:forEach>
      </dgm:if>
      <dgm:else name="Name181"/>
    </dgm:choose>
    <dgm:forEach name="Name182" axis="ch" ptType="sibTrans" hideLastTrans="0" st="2" cnt="1">
      <dgm:layoutNode name="arrowWedge2" styleLbl="fgSibTrans2D1">
        <dgm:choose name="Name183">
          <dgm:if name="Name184" func="var" arg="dir" op="equ" val="norm">
            <dgm:alg type="conn">
              <dgm:param type="connRout" val="curve"/>
              <dgm:param type="srcNode" val="dummy2a"/>
              <dgm:param type="dstNode" val="dummy2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85">
            <dgm:alg type="conn">
              <dgm:param type="connRout" val="curve"/>
              <dgm:param type="srcNode" val="dummy2a"/>
              <dgm:param type="dstNode" val="dummy2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86" axis="ch" ptType="sibTrans" hideLastTrans="0" st="3" cnt="1">
      <dgm:layoutNode name="arrowWedge3" styleLbl="fgSibTrans2D1">
        <dgm:choose name="Name187">
          <dgm:if name="Name188" func="var" arg="dir" op="equ" val="norm">
            <dgm:alg type="conn">
              <dgm:param type="connRout" val="curve"/>
              <dgm:param type="srcNode" val="dummy3a"/>
              <dgm:param type="dstNode" val="dummy3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89">
            <dgm:alg type="conn">
              <dgm:param type="connRout" val="curve"/>
              <dgm:param type="srcNode" val="dummy3a"/>
              <dgm:param type="dstNode" val="dummy3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90" axis="ch" ptType="sibTrans" hideLastTrans="0" st="4" cnt="1">
      <dgm:layoutNode name="arrowWedge4" styleLbl="fgSibTrans2D1">
        <dgm:choose name="Name191">
          <dgm:if name="Name192" func="var" arg="dir" op="equ" val="norm">
            <dgm:alg type="conn">
              <dgm:param type="connRout" val="curve"/>
              <dgm:param type="srcNode" val="dummy4a"/>
              <dgm:param type="dstNode" val="dummy4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93">
            <dgm:alg type="conn">
              <dgm:param type="connRout" val="curve"/>
              <dgm:param type="srcNode" val="dummy4a"/>
              <dgm:param type="dstNode" val="dummy4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94" axis="ch" ptType="sibTrans" hideLastTrans="0" st="5" cnt="1">
      <dgm:layoutNode name="arrowWedge5" styleLbl="fgSibTrans2D1">
        <dgm:choose name="Name195">
          <dgm:if name="Name196" func="var" arg="dir" op="equ" val="norm">
            <dgm:alg type="conn">
              <dgm:param type="connRout" val="curve"/>
              <dgm:param type="srcNode" val="dummy5a"/>
              <dgm:param type="dstNode" val="dummy5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97">
            <dgm:alg type="conn">
              <dgm:param type="connRout" val="curve"/>
              <dgm:param type="srcNode" val="dummy5a"/>
              <dgm:param type="dstNode" val="dummy5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98" axis="ch" ptType="sibTrans" hideLastTrans="0" st="6" cnt="1">
      <dgm:layoutNode name="arrowWedge6" styleLbl="fgSibTrans2D1">
        <dgm:choose name="Name199">
          <dgm:if name="Name200" func="var" arg="dir" op="equ" val="norm">
            <dgm:alg type="conn">
              <dgm:param type="connRout" val="curve"/>
              <dgm:param type="srcNode" val="dummy6a"/>
              <dgm:param type="dstNode" val="dummy6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201">
            <dgm:alg type="conn">
              <dgm:param type="connRout" val="curve"/>
              <dgm:param type="srcNode" val="dummy6a"/>
              <dgm:param type="dstNode" val="dummy6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202" axis="ch" ptType="sibTrans" hideLastTrans="0" st="7" cnt="1">
      <dgm:layoutNode name="arrowWedge7" styleLbl="fgSibTrans2D1">
        <dgm:choose name="Name203">
          <dgm:if name="Name204" func="var" arg="dir" op="equ" val="norm">
            <dgm:alg type="conn">
              <dgm:param type="connRout" val="curve"/>
              <dgm:param type="srcNode" val="dummy7a"/>
              <dgm:param type="dstNode" val="dummy7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205">
            <dgm:alg type="conn">
              <dgm:param type="connRout" val="curve"/>
              <dgm:param type="srcNode" val="dummy7a"/>
              <dgm:param type="dstNode" val="dummy7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target3">
  <dgm:title val=""/>
  <dgm:desc val=""/>
  <dgm:catLst>
    <dgm:cat type="relationship" pri="11000"/>
    <dgm:cat type="list" pri="22000"/>
    <dgm:cat type="convert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clrData>
  <dgm:layoutNode name="Name0">
    <dgm:varLst>
      <dgm:chMax val="7"/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hoose name="Name3">
          <dgm:if name="Name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1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l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l" for="ch" forName="rect7" refType="r" refFor="ch" refForName="space"/>
              <dgm:constr type="r" for="ch" forName="rect7" refType="w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l" for="ch" forName="rect7ParTx" refType="r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l" for="ch" forName="rect7ChTx" refType="r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l" for="ch" forName="rect7ParTxNoCh" refType="r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11">
            <dgm:constrLst/>
          </dgm:else>
        </dgm:choose>
      </dgm:if>
      <dgm:else name="Name12">
        <dgm:choose name="Name13">
          <dgm:if name="Name1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1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1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1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1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1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2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r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r" for="ch" forName="rect7" refType="l" refFor="ch" refForName="space"/>
              <dgm:constr type="l" for="ch" forName="rect7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r" for="ch" forName="rect7ParTx" refType="l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r" for="ch" forName="rect7ChTx" refType="l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r" for="ch" forName="rect7ParTxNoCh" refType="l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21">
            <dgm:constrLst/>
          </dgm:else>
        </dgm:choose>
      </dgm:else>
    </dgm:choose>
    <dgm:ruleLst/>
    <dgm:forEach name="Name22" axis="ch" ptType="node" cnt="1">
      <dgm:layoutNode name="circle1" styleLbl="node1">
        <dgm:alg type="sp"/>
        <dgm:choose name="Name23">
          <dgm:if name="Name2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rect1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26" axis="ch" ptType="node" st="2" cnt="1">
      <dgm:layoutNode name="vertSpace2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2" styleLbl="node1">
        <dgm:alg type="sp"/>
        <dgm:choose name="Name27">
          <dgm:if name="Name2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2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0" axis="ch" ptType="node" st="3" cnt="1">
      <dgm:layoutNode name="vertSpace3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3" styleLbl="node1">
        <dgm:alg type="sp"/>
        <dgm:choose name="Name31">
          <dgm:if name="Name32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3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3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4" axis="ch" ptType="node" st="4" cnt="1">
      <dgm:layoutNode name="vertSpace4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4" styleLbl="node1">
        <dgm:alg type="sp"/>
        <dgm:choose name="Name35">
          <dgm:if name="Name36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7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4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8" axis="ch" ptType="node" st="5" cnt="1">
      <dgm:layoutNode name="vertSpace5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5" styleLbl="node1">
        <dgm:alg type="sp"/>
        <dgm:choose name="Name39">
          <dgm:if name="Name40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1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5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2" axis="ch" ptType="node" st="6" cnt="1">
      <dgm:layoutNode name="vertSpace6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6" styleLbl="node1">
        <dgm:alg type="sp"/>
        <dgm:choose name="Name43">
          <dgm:if name="Name4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6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6" axis="ch" ptType="node" st="7" cnt="1">
      <dgm:layoutNode name="vertSpace7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7" styleLbl="node1">
        <dgm:alg type="sp"/>
        <dgm:choose name="Name47">
          <dgm:if name="Name4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7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50" axis="ch" ptType="node" cnt="1">
      <dgm:choose name="Name51">
        <dgm:if name="Name52" axis="root des" ptType="all node" func="maxDepth" op="gte" val="2">
          <dgm:layoutNode name="rect1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1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3">
          <dgm:layoutNode name="rect1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4" axis="ch" ptType="node" st="2" cnt="1">
      <dgm:choose name="Name55">
        <dgm:if name="Name56" axis="root des" ptType="all node" func="maxDepth" op="gte" val="2">
          <dgm:layoutNode name="rect2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2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7">
          <dgm:layoutNode name="rect2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8" axis="ch" ptType="node" st="3" cnt="1">
      <dgm:choose name="Name59">
        <dgm:if name="Name60" axis="root des" ptType="all node" func="maxDepth" op="gte" val="2">
          <dgm:layoutNode name="rect3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3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1">
          <dgm:layoutNode name="rect3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2" axis="ch" ptType="node" st="4" cnt="1">
      <dgm:choose name="Name63">
        <dgm:if name="Name64" axis="root des" ptType="all node" func="maxDepth" op="gte" val="2">
          <dgm:layoutNode name="rect4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4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5">
          <dgm:layoutNode name="rect4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6" axis="ch" ptType="node" st="5" cnt="1">
      <dgm:choose name="Name67">
        <dgm:if name="Name68" axis="root des" ptType="all node" func="maxDepth" op="gte" val="2">
          <dgm:layoutNode name="rect5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5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9">
          <dgm:layoutNode name="rect5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0" axis="ch" ptType="node" st="6" cnt="1">
      <dgm:choose name="Name71">
        <dgm:if name="Name72" axis="root des" ptType="all node" func="maxDepth" op="gte" val="2">
          <dgm:layoutNode name="rect6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6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3">
          <dgm:layoutNode name="rect6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4" axis="ch" ptType="node" st="7" cnt="1">
      <dgm:choose name="Name75">
        <dgm:if name="Name76" axis="root des" ptType="all node" func="maxDepth" op="gte" val="2">
          <dgm:layoutNode name="rect7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7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7">
          <dgm:layoutNode name="rect7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AlternatingHexagons">
  <dgm:title val=""/>
  <dgm:desc val=""/>
  <dgm:catLst>
    <dgm:cat type="list" pri="1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1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Name0">
    <dgm:varLst>
      <dgm:chMax/>
      <dgm:chPref/>
      <dgm:dir/>
      <dgm:animLvl val="lvl"/>
    </dgm:varLst>
    <dgm:alg type="lin">
      <dgm:param type="linDir" val="fromT"/>
    </dgm:alg>
    <dgm:shape xmlns:r="http://schemas.openxmlformats.org/officeDocument/2006/relationships" r:blip="">
      <dgm:adjLst/>
    </dgm:shape>
    <dgm:constrLst>
      <dgm:constr type="primFontSz" for="des" forName="Parent1" val="65"/>
      <dgm:constr type="primFontSz" for="des" forName="Childtext1" refType="primFontSz" refFor="des" refForName="Parent1" op="lte"/>
      <dgm:constr type="w" for="ch" forName="composite" refType="w"/>
      <dgm:constr type="h" for="ch" forName="composite" refType="h"/>
      <dgm:constr type="h" for="ch" forName="spaceBetweenRectangles" refType="w" refFor="ch" refForName="composite" fact="-0.042"/>
      <dgm:constr type="sp" refType="h" refFor="ch" refForName="composite" op="equ" fact="0.1"/>
    </dgm:constrLst>
    <dgm:forEach name="nodesForEach" axis="ch" ptType="node">
      <dgm:layoutNode name="composite">
        <dgm:alg type="composite">
          <dgm:param type="ar" val="3.6"/>
        </dgm:alg>
        <dgm:shape xmlns:r="http://schemas.openxmlformats.org/officeDocument/2006/relationships" r:blip="">
          <dgm:adjLst/>
        </dgm:shape>
        <dgm:choose name="Name1">
          <dgm:if name="Name2" func="var" arg="dir" op="equ" val="norm">
            <dgm:choose name="Name3">
              <dgm:if name="Name4" axis="self" ptType="node" func="posOdd" op="equ" val="1">
                <dgm:constrLst>
                  <dgm:constr type="l" for="ch" forName="Accent1" refType="w" fact="0.18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18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44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.69"/>
                  <dgm:constr type="t" for="ch" forName="Childtext1" refType="h" fact="0.2"/>
                  <dgm:constr type="w" for="ch" forName="Childtext1" refType="w" fact="0.31"/>
                  <dgm:constr type="h" for="ch" forName="Childtext1" refType="h" fact="0.6"/>
                  <dgm:constr type="l" for="ch" forName="BalanceSpacing" refType="w" fact="0"/>
                  <dgm:constr type="t" for="ch" forName="BalanceSpacing" refType="h" fact="0"/>
                  <dgm:constr type="w" for="ch" forName="BalanceSpacing" refType="w"/>
                  <dgm:constr type="h" for="ch" forName="BalanceSpacing" refType="h" fact="0.1"/>
                  <dgm:constr type="l" for="ch" forName="BalanceSpacing1" refType="w" fact="0.69"/>
                  <dgm:constr type="t" for="ch" forName="BalanceSpacing1" refType="h" fact="0.2"/>
                  <dgm:constr type="w" for="ch" forName="BalanceSpacing1" refType="w" fact="0.31"/>
                  <dgm:constr type="h" for="ch" forName="BalanceSpacing1" refType="h" fact="0.6"/>
                </dgm:constrLst>
              </dgm:if>
              <dgm:else name="Name5">
                <dgm:constrLst>
                  <dgm:constr type="l" for="ch" forName="Accent1" refType="w" fact="0.571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571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3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"/>
                  <dgm:constr type="t" for="ch" forName="Childtext1" refType="h" fact="0.2"/>
                  <dgm:constr type="w" for="ch" forName="Childtext1" refType="w" fact="0.3"/>
                  <dgm:constr type="h" for="ch" forName="Childtext1" refType="h" fact="0.6"/>
                  <dgm:constr type="l" for="ch" forName="BalanceSpacing" refType="w" fact="0.82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  <dgm:constr type="l" for="ch" forName="BalanceSpacing1" refType="w" fact="0"/>
                  <dgm:constr type="t" for="ch" forName="BalanceSpacing1" refType="h" fact="0.2"/>
                  <dgm:constr type="w" for="ch" forName="BalanceSpacing1" refType="w" fact="0.3"/>
                  <dgm:constr type="h" for="ch" forName="BalanceSpacing1" refType="h" fact="0.6"/>
                </dgm:constrLst>
              </dgm:else>
            </dgm:choose>
          </dgm:if>
          <dgm:else name="Name6">
            <dgm:choose name="Name7">
              <dgm:if name="Name8" axis="self" ptType="node" func="posOdd" op="equ" val="1">
                <dgm:constrLst>
                  <dgm:constr type="l" for="ch" forName="Accent1" refType="w" fact="0.571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571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3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"/>
                  <dgm:constr type="t" for="ch" forName="Childtext1" refType="h" fact="0.2"/>
                  <dgm:constr type="w" for="ch" forName="Childtext1" refType="w" fact="0.3"/>
                  <dgm:constr type="h" for="ch" forName="Childtext1" refType="h" fact="0.6"/>
                  <dgm:constr type="l" for="ch" forName="BalanceSpacing" refType="w" fact="0.82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</dgm:constrLst>
              </dgm:if>
              <dgm:else name="Name9">
                <dgm:constrLst>
                  <dgm:constr type="l" for="ch" forName="Accent1" refType="w" fact="0.18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18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44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.69"/>
                  <dgm:constr type="t" for="ch" forName="Childtext1" refType="h" fact="0.2"/>
                  <dgm:constr type="w" for="ch" forName="Childtext1" refType="w" fact="0.31"/>
                  <dgm:constr type="h" for="ch" forName="Childtext1" refType="h" fact="0.6"/>
                  <dgm:constr type="l" for="ch" forName="BalanceSpacing" refType="w" fact="0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</dgm:constrLst>
              </dgm:else>
            </dgm:choose>
          </dgm:else>
        </dgm:choose>
        <dgm:layoutNode name="Parent1" styleLbl="node1">
          <dgm:varLst>
            <dgm:chMax val="1"/>
            <dgm:chPref val="1"/>
            <dgm:bulletEnabled val="1"/>
          </dgm:varLst>
          <dgm:alg type="tx"/>
          <dgm:shape xmlns:r="http://schemas.openxmlformats.org/officeDocument/2006/relationships" rot="90" type="hexagon" r:blip="">
            <dgm:adjLst>
              <dgm:adj idx="1" val="0.25"/>
              <dgm:adj idx="2" val="1.1547"/>
            </dgm:adjLst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hildtext1" styleLbl="revTx">
          <dgm:varLst>
            <dgm:chMax val="0"/>
            <dgm:chPref val="0"/>
            <dgm:bulletEnabled val="1"/>
          </dgm:varLst>
          <dgm:choose name="Name10">
            <dgm:if name="Name11" func="var" arg="dir" op="equ" val="norm">
              <dgm:choose name="Name12">
                <dgm:if name="Name13" axis="self" ptType="node" func="posOdd" op="equ" val="1">
                  <dgm:alg type="tx">
                    <dgm:param type="parTxLTRAlign" val="l"/>
                  </dgm:alg>
                </dgm:if>
                <dgm:else name="Name14">
                  <dgm:alg type="tx">
                    <dgm:param type="parTxLTRAlign" val="r"/>
                  </dgm:alg>
                </dgm:else>
              </dgm:choose>
            </dgm:if>
            <dgm:else name="Name15">
              <dgm:choose name="Name16">
                <dgm:if name="Name17" axis="self" ptType="node" func="posOdd" op="equ" val="1">
                  <dgm:alg type="tx">
                    <dgm:param type="parTxLTRAlign" val="r"/>
                  </dgm:alg>
                </dgm:if>
                <dgm:else name="Name18">
                  <dgm:alg type="tx">
                    <dgm:param type="parTxLTRAlign" val="l"/>
                  </dgm:alg>
                </dgm:else>
              </dgm:choose>
            </dgm:else>
          </dgm:choose>
          <dgm:shape xmlns:r="http://schemas.openxmlformats.org/officeDocument/2006/relationships" type="rect" r:blip="">
            <dgm:adjLst/>
          </dgm:shape>
          <dgm:presOf axis="des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BalanceSpacing">
          <dgm:alg type="sp"/>
          <dgm:shape xmlns:r="http://schemas.openxmlformats.org/officeDocument/2006/relationships" r:blip="">
            <dgm:adjLst/>
          </dgm:shape>
        </dgm:layoutNode>
        <dgm:layoutNode name="BalanceSpacing1">
          <dgm:alg type="sp"/>
          <dgm:shape xmlns:r="http://schemas.openxmlformats.org/officeDocument/2006/relationships" r:blip="">
            <dgm:adjLst/>
          </dgm:shape>
        </dgm:layoutNode>
        <dgm:forEach name="Name19" axis="followSib" ptType="sibTrans" hideLastTrans="0" cnt="1">
          <dgm:layoutNode name="Accent1Text" styleLbl="node1">
            <dgm:alg type="tx"/>
            <dgm:shape xmlns:r="http://schemas.openxmlformats.org/officeDocument/2006/relationships" rot="90" type="hexagon" r:blip="">
              <dgm:adjLst>
                <dgm:adj idx="1" val="0.25"/>
                <dgm:adj idx="2" val="1.1547"/>
              </dgm:adjLst>
            </dgm:shape>
            <dgm:presOf axis="self" ptType="sibTrans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forEach>
      </dgm:layoutNode>
      <dgm:forEach name="Name2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matrix1">
  <dgm:title val=""/>
  <dgm:desc val=""/>
  <dgm:catLst>
    <dgm:cat type="matrix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3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3" destOrd="0"/>
      </dgm:cxnLst>
      <dgm:bg/>
      <dgm:whole/>
    </dgm:dataModel>
  </dgm:clrData>
  <dgm:layoutNode name="diagram">
    <dgm:varLst>
      <dgm:chMax val="1"/>
      <dgm:dir/>
      <dgm:animLvl val="ctr"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ctrX" for="ch" forName="matrix" refType="w" fact="0.5"/>
      <dgm:constr type="ctrY" for="ch" forName="matrix" refType="h" fact="0.5"/>
      <dgm:constr type="w" for="ch" forName="matrix" refType="w"/>
      <dgm:constr type="h" for="ch" forName="matrix" refType="h"/>
      <dgm:constr type="ctrX" for="ch" forName="centerTile" refType="w" fact="0.5"/>
      <dgm:constr type="ctrY" for="ch" forName="centerTile" refType="h" fact="0.5"/>
      <dgm:constr type="w" for="ch" forName="centerTile" refType="w" fact="0.3"/>
      <dgm:constr type="h" for="ch" forName="centerTile" refType="h" fact="0.25"/>
      <dgm:constr type="primFontSz" for="des" ptType="node" op="equ" val="65"/>
    </dgm:constrLst>
    <dgm:ruleLst/>
    <dgm:choose name="Name0">
      <dgm:if name="Name1" axis="ch" ptType="node" func="cnt" op="gte" val="1">
        <dgm:layoutNode name="matrix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l" for="ch" forName="tile1"/>
            <dgm:constr type="t" for="ch" forName="tile1"/>
            <dgm:constr type="r" for="ch" forName="tile1" refType="w" fact="0.5"/>
            <dgm:constr type="b" for="ch" forName="tile1" refType="h" fact="0.5"/>
            <dgm:constr type="l" for="ch" forName="tile1text" refType="l" refFor="ch" refForName="tile1"/>
            <dgm:constr type="t" for="ch" forName="tile1text" refType="t" refFor="ch" refForName="tile1"/>
            <dgm:constr type="w" for="ch" forName="tile1text" refType="w" refFor="ch" refForName="tile1"/>
            <dgm:constr type="h" for="ch" forName="tile1text" refType="h" refFor="ch" refForName="tile1" fact="0.75"/>
            <dgm:constr type="r" for="ch" forName="tile2" refType="w"/>
            <dgm:constr type="t" for="ch" forName="tile2"/>
            <dgm:constr type="l" for="ch" forName="tile2" refType="w" fact="0.5"/>
            <dgm:constr type="b" for="ch" forName="tile2" refType="h" fact="0.5"/>
            <dgm:constr type="r" for="ch" forName="tile2text" refType="r" refFor="ch" refForName="tile2"/>
            <dgm:constr type="t" for="ch" forName="tile2text" refType="t" refFor="ch" refForName="tile2"/>
            <dgm:constr type="w" for="ch" forName="tile2text" refType="w" refFor="ch" refForName="tile2"/>
            <dgm:constr type="h" for="ch" forName="tile2text" refType="h" refFor="ch" refForName="tile2" fact="0.75"/>
            <dgm:constr type="l" for="ch" forName="tile3"/>
            <dgm:constr type="b" for="ch" forName="tile3" refType="h"/>
            <dgm:constr type="r" for="ch" forName="tile3" refType="w" fact="0.5"/>
            <dgm:constr type="t" for="ch" forName="tile3" refType="h" fact="0.5"/>
            <dgm:constr type="l" for="ch" forName="tile3text" refType="l" refFor="ch" refForName="tile3"/>
            <dgm:constr type="b" for="ch" forName="tile3text" refType="b" refFor="ch" refForName="tile3"/>
            <dgm:constr type="w" for="ch" forName="tile3text" refType="w" refFor="ch" refForName="tile3"/>
            <dgm:constr type="h" for="ch" forName="tile3text" refType="h" refFor="ch" refForName="tile3" fact="0.75"/>
            <dgm:constr type="r" for="ch" forName="tile4" refType="w"/>
            <dgm:constr type="b" for="ch" forName="tile4" refType="h"/>
            <dgm:constr type="l" for="ch" forName="tile4" refType="w" fact="0.5"/>
            <dgm:constr type="t" for="ch" forName="tile4" refType="h" fact="0.5"/>
            <dgm:constr type="r" for="ch" forName="tile4text" refType="r" refFor="ch" refForName="tile4"/>
            <dgm:constr type="b" for="ch" forName="tile4text" refType="b" refFor="ch" refForName="tile4"/>
            <dgm:constr type="w" for="ch" forName="tile4text" refType="w" refFor="ch" refForName="tile4"/>
            <dgm:constr type="h" for="ch" forName="tile4text" refType="h" refFor="ch" refForName="tile4" fact="0.75"/>
          </dgm:constrLst>
          <dgm:ruleLst/>
          <dgm:layoutNode name="tile1" styleLbl="node1">
            <dgm:alg type="sp"/>
            <dgm:shape xmlns:r="http://schemas.openxmlformats.org/officeDocument/2006/relationships" rot="270" type="round1Rect" r:blip="">
              <dgm:adjLst/>
            </dgm:shape>
            <dgm:choose name="Name2">
              <dgm:if name="Name3" func="var" arg="dir" op="equ" val="norm">
                <dgm:presOf axis="ch ch desOrSelf" ptType="node node node" st="1 1 1" cnt="1 1 0"/>
              </dgm:if>
              <dgm:else name="Name4">
                <dgm:presOf axis="ch ch desOrSelf" ptType="node node node" st="1 2 1" cnt="1 1 0"/>
              </dgm:else>
            </dgm:choose>
            <dgm:constrLst/>
            <dgm:ruleLst/>
          </dgm:layoutNode>
          <dgm:layoutNode name="tile1text" styleLbl="node1">
            <dgm:varLst>
              <dgm:chMax val="0"/>
              <dgm:chPref val="0"/>
              <dgm:bulletEnabled val="1"/>
            </dgm:varLst>
            <dgm:choose name="Name5">
              <dgm:if name="Name6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7">
                <dgm:alg type="tx"/>
              </dgm:else>
            </dgm:choose>
            <dgm:shape xmlns:r="http://schemas.openxmlformats.org/officeDocument/2006/relationships" rot="270" type="rect" r:blip="" hideGeom="1">
              <dgm:adjLst>
                <dgm:adj idx="1" val="0.2"/>
              </dgm:adjLst>
            </dgm:shape>
            <dgm:choose name="Name8">
              <dgm:if name="Name9" func="var" arg="dir" op="equ" val="norm">
                <dgm:presOf axis="ch ch desOrSelf" ptType="node node node" st="1 1 1" cnt="1 1 0"/>
              </dgm:if>
              <dgm:else name="Name10">
                <dgm:presOf axis="ch ch desOrSelf" ptType="node node node" st="1 2 1" cnt="1 1 0"/>
              </dgm:else>
            </dgm:choose>
            <dgm:constrLst/>
            <dgm:ruleLst>
              <dgm:rule type="primFontSz" val="5" fact="NaN" max="NaN"/>
            </dgm:ruleLst>
          </dgm:layoutNode>
          <dgm:layoutNode name="tile2" styleLbl="node1">
            <dgm:alg type="sp"/>
            <dgm:shape xmlns:r="http://schemas.openxmlformats.org/officeDocument/2006/relationships" type="round1Rect" r:blip="">
              <dgm:adjLst/>
            </dgm:shape>
            <dgm:choose name="Name11">
              <dgm:if name="Name12" func="var" arg="dir" op="equ" val="norm">
                <dgm:presOf axis="ch ch desOrSelf" ptType="node node node" st="1 2 1" cnt="1 1 0"/>
              </dgm:if>
              <dgm:else name="Name13">
                <dgm:presOf axis="ch ch desOrSelf" ptType="node node node" st="1 1 1" cnt="1 1 0"/>
              </dgm:else>
            </dgm:choose>
            <dgm:constrLst/>
            <dgm:ruleLst/>
          </dgm:layoutNode>
          <dgm:layoutNode name="tile2text" styleLbl="node1">
            <dgm:varLst>
              <dgm:chMax val="0"/>
              <dgm:chPref val="0"/>
              <dgm:bulletEnabled val="1"/>
            </dgm:varLst>
            <dgm:choose name="Name14">
              <dgm:if name="Name15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16">
                <dgm:alg type="tx"/>
              </dgm:else>
            </dgm:choose>
            <dgm:shape xmlns:r="http://schemas.openxmlformats.org/officeDocument/2006/relationships" type="rect" r:blip="" hideGeom="1">
              <dgm:adjLst/>
            </dgm:shape>
            <dgm:choose name="Name17">
              <dgm:if name="Name18" func="var" arg="dir" op="equ" val="norm">
                <dgm:presOf axis="ch ch desOrSelf" ptType="node node node" st="1 2 1" cnt="1 1 0"/>
              </dgm:if>
              <dgm:else name="Name19">
                <dgm:presOf axis="ch ch desOrSelf" ptType="node node node" st="1 1 1" cnt="1 1 0"/>
              </dgm:else>
            </dgm:choose>
            <dgm:constrLst/>
            <dgm:ruleLst>
              <dgm:rule type="primFontSz" val="5" fact="NaN" max="NaN"/>
            </dgm:ruleLst>
          </dgm:layoutNode>
          <dgm:layoutNode name="tile3" styleLbl="node1">
            <dgm:alg type="sp"/>
            <dgm:shape xmlns:r="http://schemas.openxmlformats.org/officeDocument/2006/relationships" rot="180" type="round1Rect" r:blip="">
              <dgm:adjLst/>
            </dgm:shape>
            <dgm:choose name="Name20">
              <dgm:if name="Name21" func="var" arg="dir" op="equ" val="norm">
                <dgm:presOf axis="ch ch desOrSelf" ptType="node node node" st="1 3 1" cnt="1 1 0"/>
              </dgm:if>
              <dgm:else name="Name22">
                <dgm:presOf axis="ch ch desOrSelf" ptType="node node node" st="1 4 1" cnt="1 1 0"/>
              </dgm:else>
            </dgm:choose>
            <dgm:constrLst/>
            <dgm:ruleLst/>
          </dgm:layoutNode>
          <dgm:layoutNode name="tile3text" styleLbl="node1">
            <dgm:varLst>
              <dgm:chMax val="0"/>
              <dgm:chPref val="0"/>
              <dgm:bulletEnabled val="1"/>
            </dgm:varLst>
            <dgm:choose name="Name23">
              <dgm:if name="Name24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25">
                <dgm:alg type="tx"/>
              </dgm:else>
            </dgm:choose>
            <dgm:shape xmlns:r="http://schemas.openxmlformats.org/officeDocument/2006/relationships" rot="180" type="rect" r:blip="" hideGeom="1">
              <dgm:adjLst/>
            </dgm:shape>
            <dgm:choose name="Name26">
              <dgm:if name="Name27" func="var" arg="dir" op="equ" val="norm">
                <dgm:presOf axis="ch ch desOrSelf" ptType="node node node" st="1 3 1" cnt="1 1 0"/>
              </dgm:if>
              <dgm:else name="Name28">
                <dgm:presOf axis="ch ch desOrSelf" ptType="node node node" st="1 4 1" cnt="1 1 0"/>
              </dgm:else>
            </dgm:choose>
            <dgm:constrLst/>
            <dgm:ruleLst>
              <dgm:rule type="primFontSz" val="5" fact="NaN" max="NaN"/>
            </dgm:ruleLst>
          </dgm:layoutNode>
          <dgm:layoutNode name="tile4" styleLbl="node1">
            <dgm:alg type="sp"/>
            <dgm:shape xmlns:r="http://schemas.openxmlformats.org/officeDocument/2006/relationships" rot="90" type="round1Rect" r:blip="">
              <dgm:adjLst/>
            </dgm:shape>
            <dgm:choose name="Name29">
              <dgm:if name="Name30" func="var" arg="dir" op="equ" val="norm">
                <dgm:presOf axis="ch ch desOrSelf" ptType="node node node" st="1 4 1" cnt="1 1 0"/>
              </dgm:if>
              <dgm:else name="Name31">
                <dgm:presOf axis="ch ch desOrSelf" ptType="node node node" st="1 3 1" cnt="1 1 0"/>
              </dgm:else>
            </dgm:choose>
            <dgm:constrLst/>
            <dgm:ruleLst/>
          </dgm:layoutNode>
          <dgm:layoutNode name="tile4text" styleLbl="node1">
            <dgm:varLst>
              <dgm:chMax val="0"/>
              <dgm:chPref val="0"/>
              <dgm:bulletEnabled val="1"/>
            </dgm:varLst>
            <dgm:choose name="Name32">
              <dgm:if name="Name33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34">
                <dgm:alg type="tx"/>
              </dgm:else>
            </dgm:choose>
            <dgm:shape xmlns:r="http://schemas.openxmlformats.org/officeDocument/2006/relationships" rot="90" type="rect" r:blip="" hideGeom="1">
              <dgm:adjLst/>
            </dgm:shape>
            <dgm:choose name="Name35">
              <dgm:if name="Name36" func="var" arg="dir" op="equ" val="norm">
                <dgm:presOf axis="ch ch desOrSelf" ptType="node node node" st="1 4 1" cnt="1 1 0"/>
              </dgm:if>
              <dgm:else name="Name37">
                <dgm:presOf axis="ch ch desOrSelf" ptType="node node node" st="1 3 1" cnt="1 1 0"/>
              </dgm:else>
            </dgm:choose>
            <dgm:constrLst/>
            <dgm:ruleLst>
              <dgm:rule type="primFontSz" val="5" fact="NaN" max="NaN"/>
            </dgm:ruleLst>
          </dgm:layoutNode>
        </dgm:layoutNode>
        <dgm:layoutNode name="centerTile" styleLbl="fgShp">
          <dgm:varLst>
            <dgm:chMax val="0"/>
            <dgm:chPref val="0"/>
          </dgm:varLst>
          <dgm:alg type="tx"/>
          <dgm:shape xmlns:r="http://schemas.openxmlformats.org/officeDocument/2006/relationships" type="roundRect" r:blip="">
            <dgm:adjLst/>
          </dgm:shape>
          <dgm:presOf axis="ch" ptType="node" cnt="1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38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B3B20E4C-5161-4D67-81DA-BCBEA0876309}" type="datetimeFigureOut">
              <a:rPr lang="ru-RU" smtClean="0"/>
              <a:t>23.12.2025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E22EF3C1-DF09-46E9-A687-A920BA8A2F34}" type="slidenum">
              <a:rPr lang="ru-RU" smtClean="0"/>
              <a:t>‹#›</a:t>
            </a:fld>
            <a:endParaRPr lang="ru-RU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8628507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B20E4C-5161-4D67-81DA-BCBEA0876309}" type="datetimeFigureOut">
              <a:rPr lang="ru-RU" smtClean="0"/>
              <a:t>23.12.2025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EF3C1-DF09-46E9-A687-A920BA8A2F3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328197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3B20E4C-5161-4D67-81DA-BCBEA0876309}" type="datetimeFigureOut">
              <a:rPr lang="ru-RU" smtClean="0"/>
              <a:t>23.12.2025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22EF3C1-DF09-46E9-A687-A920BA8A2F34}" type="slidenum">
              <a:rPr lang="ru-RU" smtClean="0"/>
              <a:t>‹#›</a:t>
            </a:fld>
            <a:endParaRPr lang="ru-RU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116201016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B20E4C-5161-4D67-81DA-BCBEA0876309}" type="datetimeFigureOut">
              <a:rPr lang="ru-RU" smtClean="0"/>
              <a:t>23.12.2025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EF3C1-DF09-46E9-A687-A920BA8A2F3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538349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B20E4C-5161-4D67-81DA-BCBEA0876309}" type="datetimeFigureOut">
              <a:rPr lang="ru-RU" smtClean="0"/>
              <a:t>23.12.2025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EF3C1-DF09-46E9-A687-A920BA8A2F3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758235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B20E4C-5161-4D67-81DA-BCBEA0876309}" type="datetimeFigureOut">
              <a:rPr lang="ru-RU" smtClean="0"/>
              <a:t>23.12.2025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EF3C1-DF09-46E9-A687-A920BA8A2F3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75472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B20E4C-5161-4D67-81DA-BCBEA0876309}" type="datetimeFigureOut">
              <a:rPr lang="ru-RU" smtClean="0"/>
              <a:t>23.12.2025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EF3C1-DF09-46E9-A687-A920BA8A2F3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178423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3B20E4C-5161-4D67-81DA-BCBEA0876309}" type="datetimeFigureOut">
              <a:rPr lang="ru-RU" smtClean="0"/>
              <a:t>23.12.2025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22EF3C1-DF09-46E9-A687-A920BA8A2F34}" type="slidenum">
              <a:rPr lang="ru-RU" smtClean="0"/>
              <a:t>‹#›</a:t>
            </a:fld>
            <a:endParaRPr lang="ru-RU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375410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3B20E4C-5161-4D67-81DA-BCBEA0876309}" type="datetimeFigureOut">
              <a:rPr lang="ru-RU" smtClean="0"/>
              <a:t>23.12.2025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22EF3C1-DF09-46E9-A687-A920BA8A2F34}" type="slidenum">
              <a:rPr lang="ru-RU" smtClean="0"/>
              <a:t>‹#›</a:t>
            </a:fld>
            <a:endParaRPr lang="ru-RU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7271205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B20E4C-5161-4D67-81DA-BCBEA0876309}" type="datetimeFigureOut">
              <a:rPr lang="ru-RU" smtClean="0"/>
              <a:t>23.12.2025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EF3C1-DF09-46E9-A687-A920BA8A2F3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017887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B20E4C-5161-4D67-81DA-BCBEA0876309}" type="datetimeFigureOut">
              <a:rPr lang="ru-RU" smtClean="0"/>
              <a:t>23.12.2025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EF3C1-DF09-46E9-A687-A920BA8A2F3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644818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B3B20E4C-5161-4D67-81DA-BCBEA0876309}" type="datetimeFigureOut">
              <a:rPr lang="ru-RU" smtClean="0"/>
              <a:t>23.12.2025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E22EF3C1-DF09-46E9-A687-A920BA8A2F34}" type="slidenum">
              <a:rPr lang="ru-RU" smtClean="0"/>
              <a:t>‹#›</a:t>
            </a:fld>
            <a:endParaRPr lang="ru-RU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0596917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D4AB254-F01D-4312-6B5B-90B1ACA57C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15437" y="1401745"/>
            <a:ext cx="4580563" cy="1086237"/>
          </a:xfrm>
        </p:spPr>
        <p:txBody>
          <a:bodyPr/>
          <a:lstStyle/>
          <a:p>
            <a:r>
              <a:rPr lang="ru-RU" b="1" dirty="0"/>
              <a:t>Мир Тату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8999B72-4C8E-12C0-F574-E76D76B41E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35627" y="3025229"/>
            <a:ext cx="6047117" cy="1222794"/>
          </a:xfrm>
        </p:spPr>
        <p:txBody>
          <a:bodyPr>
            <a:normAutofit fontScale="92500"/>
          </a:bodyPr>
          <a:lstStyle/>
          <a:p>
            <a:pPr algn="r"/>
            <a:r>
              <a:rPr lang="ru-RU" sz="2800" b="1" dirty="0"/>
              <a:t>Ваш цифровой гид в мире тату-культуры: от идеи до идеального мастера</a:t>
            </a:r>
            <a:r>
              <a:rPr lang="ru-RU" b="1" dirty="0"/>
              <a:t>.</a:t>
            </a:r>
            <a:endParaRPr lang="ru-RU" dirty="0"/>
          </a:p>
        </p:txBody>
      </p:sp>
      <p:sp>
        <p:nvSpPr>
          <p:cNvPr id="4" name="Подзаголовок 2">
            <a:extLst>
              <a:ext uri="{FF2B5EF4-FFF2-40B4-BE49-F238E27FC236}">
                <a16:creationId xmlns:a16="http://schemas.microsoft.com/office/drawing/2014/main" id="{60D4C490-0806-BD74-BBFB-A4B3A922748A}"/>
              </a:ext>
            </a:extLst>
          </p:cNvPr>
          <p:cNvSpPr txBox="1">
            <a:spLocks/>
          </p:cNvSpPr>
          <p:nvPr/>
        </p:nvSpPr>
        <p:spPr>
          <a:xfrm>
            <a:off x="6858000" y="4830102"/>
            <a:ext cx="4114800" cy="12227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Font typeface="Franklin Gothic Book" panose="020B0503020102020204" pitchFamily="34" charset="0"/>
              <a:buNone/>
              <a:defRPr sz="23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ru-RU" sz="2000" b="1" dirty="0"/>
              <a:t>Подготовил студент</a:t>
            </a:r>
            <a:r>
              <a:rPr lang="en-US" sz="2000" b="1" dirty="0"/>
              <a:t> -</a:t>
            </a:r>
            <a:r>
              <a:rPr lang="ru-RU" sz="2000" b="1" dirty="0"/>
              <a:t> 401ИС-22 Воробьев Никита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14944000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0DC3286-2163-9A3B-1CF4-D7BBB98CEB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1845" y="154197"/>
            <a:ext cx="10921042" cy="1485900"/>
          </a:xfrm>
        </p:spPr>
        <p:txBody>
          <a:bodyPr/>
          <a:lstStyle/>
          <a:p>
            <a:r>
              <a:rPr lang="ru-RU" dirty="0"/>
              <a:t>От идеи до мастера — в одном приложении</a:t>
            </a:r>
          </a:p>
        </p:txBody>
      </p:sp>
      <p:graphicFrame>
        <p:nvGraphicFramePr>
          <p:cNvPr id="9" name="Объект 8">
            <a:extLst>
              <a:ext uri="{FF2B5EF4-FFF2-40B4-BE49-F238E27FC236}">
                <a16:creationId xmlns:a16="http://schemas.microsoft.com/office/drawing/2014/main" id="{5EE9C2D4-EFE4-B42F-91C1-56498DA06E3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63333777"/>
              </p:ext>
            </p:extLst>
          </p:nvPr>
        </p:nvGraphicFramePr>
        <p:xfrm>
          <a:off x="-1755475" y="785004"/>
          <a:ext cx="10821838" cy="607299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0" name="Заголовок 1">
            <a:extLst>
              <a:ext uri="{FF2B5EF4-FFF2-40B4-BE49-F238E27FC236}">
                <a16:creationId xmlns:a16="http://schemas.microsoft.com/office/drawing/2014/main" id="{B7C50751-BEE0-3C66-660D-D4157660BD85}"/>
              </a:ext>
            </a:extLst>
          </p:cNvPr>
          <p:cNvSpPr txBox="1">
            <a:spLocks/>
          </p:cNvSpPr>
          <p:nvPr/>
        </p:nvSpPr>
        <p:spPr>
          <a:xfrm>
            <a:off x="6732401" y="2668841"/>
            <a:ext cx="5530621" cy="230532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89000"/>
              </a:lnSpc>
              <a:spcBef>
                <a:spcPct val="0"/>
              </a:spcBef>
              <a:buNone/>
              <a:defRPr sz="440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400" b="1" dirty="0">
                <a:latin typeface="Franklin Gothic Book (Основной текст)"/>
              </a:rPr>
              <a:t>Цель: Убрать разрыв между "хочу дракона" и "кто его сделает".</a:t>
            </a:r>
          </a:p>
          <a:p>
            <a:r>
              <a:rPr lang="ru-RU" sz="2400" b="1" dirty="0">
                <a:latin typeface="Franklin Gothic Book (Основной текст)"/>
              </a:rPr>
              <a:t>Аудитория: Клиенты, мастера, ценители.</a:t>
            </a:r>
          </a:p>
          <a:p>
            <a:r>
              <a:rPr lang="ru-RU" sz="2400" b="1" dirty="0">
                <a:latin typeface="Franklin Gothic Book (Основной текст)"/>
              </a:rPr>
              <a:t>Ценность: Умный поиск. Визуальная база. Доверие.</a:t>
            </a:r>
          </a:p>
        </p:txBody>
      </p:sp>
    </p:spTree>
    <p:extLst>
      <p:ext uri="{BB962C8B-B14F-4D97-AF65-F5344CB8AC3E}">
        <p14:creationId xmlns:p14="http://schemas.microsoft.com/office/powerpoint/2010/main" val="17839755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9ECEFF5-6DEC-A26D-34A6-F8BF19F682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711" y="518141"/>
            <a:ext cx="9601200" cy="941141"/>
          </a:xfrm>
        </p:spPr>
        <p:txBody>
          <a:bodyPr/>
          <a:lstStyle/>
          <a:p>
            <a:r>
              <a:rPr lang="ru-RU" dirty="0"/>
              <a:t>Интеллектуальный поиск — наше ядро</a:t>
            </a:r>
          </a:p>
        </p:txBody>
      </p:sp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68601477-034B-5DC9-026B-D8627D679ED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06451649"/>
              </p:ext>
            </p:extLst>
          </p:nvPr>
        </p:nvGraphicFramePr>
        <p:xfrm>
          <a:off x="1097711" y="1370162"/>
          <a:ext cx="10815368" cy="5124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763532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833E343-7D5A-3C8F-AE41-302BE9FD56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1050" y="497816"/>
            <a:ext cx="9601200" cy="1485900"/>
          </a:xfrm>
        </p:spPr>
        <p:txBody>
          <a:bodyPr/>
          <a:lstStyle/>
          <a:p>
            <a:r>
              <a:rPr lang="ru-RU" b="1" dirty="0"/>
              <a:t>Живая лента работ от сообщества</a:t>
            </a:r>
            <a:endParaRPr lang="ru-RU" dirty="0"/>
          </a:p>
        </p:txBody>
      </p:sp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DA95D233-DA7B-EA50-8000-ED1EBB7584E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5110040"/>
              </p:ext>
            </p:extLst>
          </p:nvPr>
        </p:nvGraphicFramePr>
        <p:xfrm>
          <a:off x="1436298" y="2035834"/>
          <a:ext cx="9601200" cy="3581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340385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D4F0A7C-84F4-1A9E-87A0-41B3C2D3E4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1049" y="0"/>
            <a:ext cx="11130951" cy="1485900"/>
          </a:xfrm>
        </p:spPr>
        <p:txBody>
          <a:bodyPr>
            <a:normAutofit fontScale="90000"/>
          </a:bodyPr>
          <a:lstStyle/>
          <a:p>
            <a:r>
              <a:rPr lang="ru-RU" dirty="0"/>
              <a:t>Визуальное оформление построено на контрасте, который подчеркивает искусство. Чистый фон служит холстом для ярких татуировок.</a:t>
            </a:r>
          </a:p>
        </p:txBody>
      </p:sp>
      <p:graphicFrame>
        <p:nvGraphicFramePr>
          <p:cNvPr id="9" name="Объект 8">
            <a:extLst>
              <a:ext uri="{FF2B5EF4-FFF2-40B4-BE49-F238E27FC236}">
                <a16:creationId xmlns:a16="http://schemas.microsoft.com/office/drawing/2014/main" id="{E89008FD-D987-D07C-ABF6-048725E6E9D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00689738"/>
              </p:ext>
            </p:extLst>
          </p:nvPr>
        </p:nvGraphicFramePr>
        <p:xfrm>
          <a:off x="1276710" y="1949569"/>
          <a:ext cx="10187796" cy="42456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881164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264952A-C82D-F45F-F0C5-22899B3FBA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796" y="150962"/>
            <a:ext cx="9601200" cy="1485900"/>
          </a:xfrm>
        </p:spPr>
        <p:txBody>
          <a:bodyPr>
            <a:normAutofit/>
          </a:bodyPr>
          <a:lstStyle/>
          <a:p>
            <a:r>
              <a:rPr lang="ru-RU" dirty="0"/>
              <a:t>Технологический Стек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3F870F3-3C1B-0CA7-72EC-69DCDB2F46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0" y="919791"/>
            <a:ext cx="9601200" cy="62972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dirty="0"/>
              <a:t>Выбор современных и надежных инструментов обеспечивает стабильную работу с большими объемами медиа и сложной логикой поиска.</a:t>
            </a:r>
          </a:p>
        </p:txBody>
      </p:sp>
      <p:graphicFrame>
        <p:nvGraphicFramePr>
          <p:cNvPr id="26" name="Схема 25">
            <a:extLst>
              <a:ext uri="{FF2B5EF4-FFF2-40B4-BE49-F238E27FC236}">
                <a16:creationId xmlns:a16="http://schemas.microsoft.com/office/drawing/2014/main" id="{DA2C361B-3FE0-7688-3D01-0F861771A24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63745669"/>
              </p:ext>
            </p:extLst>
          </p:nvPr>
        </p:nvGraphicFramePr>
        <p:xfrm>
          <a:off x="2518511" y="1636862"/>
          <a:ext cx="7462251" cy="50043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899017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Объект 11">
            <a:extLst>
              <a:ext uri="{FF2B5EF4-FFF2-40B4-BE49-F238E27FC236}">
                <a16:creationId xmlns:a16="http://schemas.microsoft.com/office/drawing/2014/main" id="{CED3C919-B942-16F6-F41A-BA34265DD07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33422259"/>
              </p:ext>
            </p:extLst>
          </p:nvPr>
        </p:nvGraphicFramePr>
        <p:xfrm>
          <a:off x="1035170" y="1704841"/>
          <a:ext cx="10437963" cy="4816727"/>
        </p:xfrm>
        <a:graphic>
          <a:graphicData uri="http://schemas.openxmlformats.org/drawingml/2006/table">
            <a:tbl>
              <a:tblPr firstRow="1" bandRow="1"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  <a:tableStyleId>{5C22544A-7EE6-4342-B048-85BDC9FD1C3A}</a:tableStyleId>
              </a:tblPr>
              <a:tblGrid>
                <a:gridCol w="3479321">
                  <a:extLst>
                    <a:ext uri="{9D8B030D-6E8A-4147-A177-3AD203B41FA5}">
                      <a16:colId xmlns:a16="http://schemas.microsoft.com/office/drawing/2014/main" val="563770874"/>
                    </a:ext>
                  </a:extLst>
                </a:gridCol>
                <a:gridCol w="3479321">
                  <a:extLst>
                    <a:ext uri="{9D8B030D-6E8A-4147-A177-3AD203B41FA5}">
                      <a16:colId xmlns:a16="http://schemas.microsoft.com/office/drawing/2014/main" val="2551335100"/>
                    </a:ext>
                  </a:extLst>
                </a:gridCol>
                <a:gridCol w="3479321">
                  <a:extLst>
                    <a:ext uri="{9D8B030D-6E8A-4147-A177-3AD203B41FA5}">
                      <a16:colId xmlns:a16="http://schemas.microsoft.com/office/drawing/2014/main" val="3823939679"/>
                    </a:ext>
                  </a:extLst>
                </a:gridCol>
              </a:tblGrid>
              <a:tr h="432915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1400" b="0" dirty="0">
                          <a:effectLst/>
                          <a:latin typeface="+mn-lt"/>
                        </a:rPr>
                        <a:t>Компонент приложения</a:t>
                      </a:r>
                    </a:p>
                  </a:txBody>
                  <a:tcPr marR="152400" marT="95250" marB="95250" anchor="ctr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b="0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Что это дает пользователю?</a:t>
                      </a:r>
                      <a:endParaRPr lang="ru-RU" sz="1400" b="0" dirty="0">
                        <a:latin typeface="+mn-lt"/>
                      </a:endParaRPr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b="0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Что это демонстрирует</a:t>
                      </a:r>
                      <a:endParaRPr lang="ru-RU" sz="1400" b="0" dirty="0">
                        <a:latin typeface="+mn-lt"/>
                      </a:endParaRPr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7446766"/>
                  </a:ext>
                </a:extLst>
              </a:tr>
              <a:tr h="767967">
                <a:tc>
                  <a:txBody>
                    <a:bodyPr/>
                    <a:lstStyle/>
                    <a:p>
                      <a:r>
                        <a:rPr lang="ru-RU" sz="1400" b="0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Умный поиск</a:t>
                      </a:r>
                      <a:endParaRPr lang="ru-RU" sz="1400" b="0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b="0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Мгновенный переход от текстовой идеи к визуальным результатам по категориям.</a:t>
                      </a:r>
                      <a:endParaRPr lang="ru-RU" sz="1400" b="0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b="0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Продуманную логику (работа с тегами, фильтрация), качественный UX.</a:t>
                      </a:r>
                      <a:endParaRPr lang="ru-RU" sz="1400" b="0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8253751"/>
                  </a:ext>
                </a:extLst>
              </a:tr>
              <a:tr h="767967">
                <a:tc>
                  <a:txBody>
                    <a:bodyPr/>
                    <a:lstStyle/>
                    <a:p>
                      <a:r>
                        <a:rPr lang="ru-RU" sz="1400" b="0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Лента вдохновения</a:t>
                      </a:r>
                      <a:endParaRPr lang="ru-RU" sz="1400" b="0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b="0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Живой поток актуальных работ для отслеживания трендов и новых мастеров.</a:t>
                      </a:r>
                      <a:endParaRPr lang="ru-RU" sz="1400" b="0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b="0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Работу с динамическим контентом, понимание архитектуры данных.</a:t>
                      </a:r>
                      <a:endParaRPr lang="ru-RU" sz="1400" b="0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643447"/>
                  </a:ext>
                </a:extLst>
              </a:tr>
              <a:tr h="767967">
                <a:tc>
                  <a:txBody>
                    <a:bodyPr/>
                    <a:lstStyle/>
                    <a:p>
                      <a:r>
                        <a:rPr lang="ru-RU" sz="1400" b="0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Каталог стилей</a:t>
                      </a:r>
                      <a:endParaRPr lang="ru-RU" sz="1400" b="0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b="0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Четкая навигация по художественным направлениям для системного изучения.</a:t>
                      </a:r>
                      <a:endParaRPr lang="ru-RU" sz="1400" b="0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b="0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Структурированный подход, умение проектировать интуитивную навигацию.</a:t>
                      </a:r>
                      <a:endParaRPr lang="ru-RU" sz="1400" b="0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0134627"/>
                  </a:ext>
                </a:extLst>
              </a:tr>
              <a:tr h="543977">
                <a:tc>
                  <a:txBody>
                    <a:bodyPr/>
                    <a:lstStyle/>
                    <a:p>
                      <a:r>
                        <a:rPr lang="ru-RU" sz="1400" b="0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Карта студий</a:t>
                      </a:r>
                      <a:endParaRPr lang="ru-RU" sz="1400" b="0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b="0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Понимание географии услуг, выбор мастера рядом.</a:t>
                      </a:r>
                      <a:endParaRPr lang="ru-RU" sz="1400" b="0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b="0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Готовность к интеграции сторонних API (Карты), поэтапную разработку.</a:t>
                      </a:r>
                      <a:endParaRPr lang="ru-RU" sz="1400" b="0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4668808"/>
                  </a:ext>
                </a:extLst>
              </a:tr>
              <a:tr h="767967">
                <a:tc>
                  <a:txBody>
                    <a:bodyPr/>
                    <a:lstStyle/>
                    <a:p>
                      <a:r>
                        <a:rPr lang="ru-RU" sz="1400" b="0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Профиль / Избранное</a:t>
                      </a:r>
                      <a:endParaRPr lang="ru-RU" sz="1400" b="0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b="0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Персонализация опыта: сохранение эскизов и отслеживание любимых авторов.</a:t>
                      </a:r>
                      <a:endParaRPr lang="ru-RU" sz="1400" b="0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b="0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Работу с локальным хранилищем, проектирование пользовательского контура.</a:t>
                      </a:r>
                      <a:endParaRPr lang="ru-RU" sz="1400" b="0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4922525"/>
                  </a:ext>
                </a:extLst>
              </a:tr>
              <a:tr h="767967">
                <a:tc>
                  <a:txBody>
                    <a:bodyPr/>
                    <a:lstStyle/>
                    <a:p>
                      <a:r>
                        <a:rPr lang="ru-RU" sz="1400" b="0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Система тегов</a:t>
                      </a:r>
                      <a:endParaRPr lang="ru-RU" sz="1400" b="0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b="0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Связующее звено между всеми экранами, обеспечивающее согласованность данных.</a:t>
                      </a:r>
                      <a:endParaRPr lang="ru-RU" sz="1400" b="0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b="0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Проектирование гибкой и расширяемой архитектуры данных.</a:t>
                      </a:r>
                      <a:endParaRPr lang="ru-RU" sz="1400" b="0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9704594"/>
                  </a:ext>
                </a:extLst>
              </a:tr>
            </a:tbl>
          </a:graphicData>
        </a:graphic>
      </p:graphicFrame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3902ED-E4EA-D645-7DEE-9DB68753E8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Сводная таблица возможностей</a:t>
            </a:r>
          </a:p>
        </p:txBody>
      </p:sp>
    </p:spTree>
    <p:extLst>
      <p:ext uri="{BB962C8B-B14F-4D97-AF65-F5344CB8AC3E}">
        <p14:creationId xmlns:p14="http://schemas.microsoft.com/office/powerpoint/2010/main" val="4103755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62B9F01-A6CC-0A9F-EAF8-FC6067F67D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spc="-20" dirty="0"/>
              <a:t>Спасибо</a:t>
            </a:r>
            <a:r>
              <a:rPr lang="ru-RU" spc="-210" dirty="0"/>
              <a:t> </a:t>
            </a:r>
            <a:r>
              <a:rPr lang="ru-RU" dirty="0"/>
              <a:t>за</a:t>
            </a:r>
            <a:r>
              <a:rPr lang="ru-RU" spc="-200" dirty="0"/>
              <a:t> </a:t>
            </a:r>
            <a:r>
              <a:rPr lang="ru-RU" spc="-50" dirty="0"/>
              <a:t>внимание!</a:t>
            </a:r>
            <a:endParaRPr lang="ru-RU" dirty="0"/>
          </a:p>
        </p:txBody>
      </p:sp>
      <p:pic>
        <p:nvPicPr>
          <p:cNvPr id="4" name="object 3">
            <a:extLst>
              <a:ext uri="{FF2B5EF4-FFF2-40B4-BE49-F238E27FC236}">
                <a16:creationId xmlns:a16="http://schemas.microsoft.com/office/drawing/2014/main" id="{25A9F397-40A0-D36C-DD00-EAFFFD411AB7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4380020" y="1924334"/>
            <a:ext cx="3584359" cy="3949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8695564"/>
      </p:ext>
    </p:extLst>
  </p:cSld>
  <p:clrMapOvr>
    <a:masterClrMapping/>
  </p:clrMapOvr>
</p:sld>
</file>

<file path=ppt/theme/theme1.xml><?xml version="1.0" encoding="utf-8"?>
<a:theme xmlns:a="http://schemas.openxmlformats.org/drawingml/2006/main" name="Уголки">
  <a:themeElements>
    <a:clrScheme name="Уголки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Уголки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Уголки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TM10001105[[fn=Уголки]]</Template>
  <TotalTime>175</TotalTime>
  <Words>409</Words>
  <Application>Microsoft Office PowerPoint</Application>
  <PresentationFormat>Широкоэкранный</PresentationFormat>
  <Paragraphs>62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2" baseType="lpstr">
      <vt:lpstr>Arial</vt:lpstr>
      <vt:lpstr>Franklin Gothic Book</vt:lpstr>
      <vt:lpstr>Franklin Gothic Book (Основной текст)</vt:lpstr>
      <vt:lpstr>Уголки</vt:lpstr>
      <vt:lpstr>Мир Тату</vt:lpstr>
      <vt:lpstr>От идеи до мастера — в одном приложении</vt:lpstr>
      <vt:lpstr>Интеллектуальный поиск — наше ядро</vt:lpstr>
      <vt:lpstr>Живая лента работ от сообщества</vt:lpstr>
      <vt:lpstr>Визуальное оформление построено на контрасте, который подчеркивает искусство. Чистый фон служит холстом для ярких татуировок.</vt:lpstr>
      <vt:lpstr>Технологический Стек</vt:lpstr>
      <vt:lpstr>Сводная таблица возможностей</vt:lpstr>
      <vt:lpstr>Спасибо за внимание!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nasu *_*</dc:creator>
  <cp:lastModifiedBy>nasu *_*</cp:lastModifiedBy>
  <cp:revision>3</cp:revision>
  <dcterms:created xsi:type="dcterms:W3CDTF">2025-12-23T14:50:27Z</dcterms:created>
  <dcterms:modified xsi:type="dcterms:W3CDTF">2025-12-23T18:04:19Z</dcterms:modified>
</cp:coreProperties>
</file>